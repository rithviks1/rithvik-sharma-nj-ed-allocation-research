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1.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1.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4"/>
  </p:sldMasterIdLst>
  <p:notesMasterIdLst>
    <p:notesMasterId r:id="rId5"/>
  </p:notesMasterIdLst>
  <p:sldIdLst>
    <p:sldId id="256" r:id="rId6"/>
  </p:sldIdLst>
  <p:sldSz cy="27432000" cx="36576000"/>
  <p:notesSz cx="7010400" cy="9236075"/>
  <p:embeddedFontLst>
    <p:embeddedFont>
      <p:font typeface="Roboto"/>
      <p:regular r:id="rId7"/>
      <p:bold r:id="rId8"/>
      <p:italic r:id="rId9"/>
      <p:boldItalic r:id="rId10"/>
    </p:embeddedFont>
    <p:embeddedFont>
      <p:font typeface="Questrial"/>
      <p:regular r:id="rId11"/>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8640">
          <p15:clr>
            <a:srgbClr val="A4A3A4"/>
          </p15:clr>
        </p15:guide>
        <p15:guide id="2" pos="11520">
          <p15:clr>
            <a:srgbClr val="A4A3A4"/>
          </p15:clr>
        </p15:guide>
      </p15:sldGuideLst>
    </p:ext>
    <p:ext uri="GoogleSlidesCustomDataVersion2">
      <go:slidesCustomData xmlns:go="http://customooxmlschemas.google.com/" r:id="rId12" roundtripDataSignature="AMtx7mgfgRKfDlljGGDOR5mGbWiAeQ3vTQ=="/>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8640" orient="horz"/>
        <p:guide pos="11520"/>
      </p:guideLst>
    </p:cSldViewPr>
  </p:slideViewPr>
</p:viewPr>
</file>

<file path=ppt/_rels/presentation.xml.rels><?xml version="1.0" encoding="UTF-8" standalone="yes"?><Relationships xmlns="http://schemas.openxmlformats.org/package/2006/relationships"><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11" Type="http://schemas.openxmlformats.org/officeDocument/2006/relationships/font" Target="fonts/Questrial-regular.fntdata"/><Relationship Id="rId10" Type="http://schemas.openxmlformats.org/officeDocument/2006/relationships/font" Target="fonts/Roboto-boldItalic.fntdata"/><Relationship Id="rId12" Type="http://customschemas.google.com/relationships/presentationmetadata" Target="metadata"/><Relationship Id="rId9" Type="http://schemas.openxmlformats.org/officeDocument/2006/relationships/font" Target="fonts/Roboto-italic.fntdata"/><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font" Target="fonts/Roboto-regular.fntdata"/><Relationship Id="rId8" Type="http://schemas.openxmlformats.org/officeDocument/2006/relationships/font" Target="fonts/Roboto-bold.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3037212" cy="461804"/>
          </a:xfrm>
          <a:prstGeom prst="rect">
            <a:avLst/>
          </a:prstGeom>
          <a:noFill/>
          <a:ln>
            <a:noFill/>
          </a:ln>
        </p:spPr>
        <p:txBody>
          <a:bodyPr anchorCtr="0" anchor="t" bIns="45125" lIns="90275" spcFirstLastPara="1" rIns="90275" wrap="square" tIns="45125">
            <a:noAutofit/>
          </a:bodyPr>
          <a:lstStyle>
            <a:lvl1pPr lvl="0" marR="0" rtl="0" algn="l">
              <a:spcBef>
                <a:spcPts val="0"/>
              </a:spcBef>
              <a:spcAft>
                <a:spcPts val="0"/>
              </a:spcAft>
              <a:buClr>
                <a:schemeClr val="dk1"/>
              </a:buClr>
              <a:buSzPts val="1400"/>
              <a:buFont typeface="Times New Roman"/>
              <a:buNone/>
              <a:defRPr b="0" i="0" sz="1200" u="none" cap="none" strike="noStrike">
                <a:solidFill>
                  <a:schemeClr val="dk1"/>
                </a:solidFill>
                <a:latin typeface="Times New Roman"/>
                <a:ea typeface="Times New Roman"/>
                <a:cs typeface="Times New Roman"/>
                <a:sym typeface="Times New Roman"/>
              </a:defRPr>
            </a:lvl1pPr>
            <a:lvl2pPr lvl="1" marR="0" rtl="0" algn="l">
              <a:spcBef>
                <a:spcPts val="0"/>
              </a:spcBef>
              <a:spcAft>
                <a:spcPts val="0"/>
              </a:spcAft>
              <a:buClr>
                <a:schemeClr val="dk1"/>
              </a:buClr>
              <a:buSzPts val="1400"/>
              <a:buFont typeface="Times New Roman"/>
              <a:buNone/>
              <a:defRPr b="0" i="0" sz="2100" u="none" cap="none" strike="noStrike">
                <a:solidFill>
                  <a:schemeClr val="dk1"/>
                </a:solidFill>
                <a:latin typeface="Times New Roman"/>
                <a:ea typeface="Times New Roman"/>
                <a:cs typeface="Times New Roman"/>
                <a:sym typeface="Times New Roman"/>
              </a:defRPr>
            </a:lvl2pPr>
            <a:lvl3pPr lvl="2" marR="0" rtl="0" algn="l">
              <a:spcBef>
                <a:spcPts val="0"/>
              </a:spcBef>
              <a:spcAft>
                <a:spcPts val="0"/>
              </a:spcAft>
              <a:buClr>
                <a:schemeClr val="dk1"/>
              </a:buClr>
              <a:buSzPts val="1400"/>
              <a:buFont typeface="Times New Roman"/>
              <a:buNone/>
              <a:defRPr b="0" i="0" sz="2100" u="none" cap="none" strike="noStrike">
                <a:solidFill>
                  <a:schemeClr val="dk1"/>
                </a:solidFill>
                <a:latin typeface="Times New Roman"/>
                <a:ea typeface="Times New Roman"/>
                <a:cs typeface="Times New Roman"/>
                <a:sym typeface="Times New Roman"/>
              </a:defRPr>
            </a:lvl3pPr>
            <a:lvl4pPr lvl="3" marR="0" rtl="0" algn="l">
              <a:spcBef>
                <a:spcPts val="0"/>
              </a:spcBef>
              <a:spcAft>
                <a:spcPts val="0"/>
              </a:spcAft>
              <a:buClr>
                <a:schemeClr val="dk1"/>
              </a:buClr>
              <a:buSzPts val="1400"/>
              <a:buFont typeface="Times New Roman"/>
              <a:buNone/>
              <a:defRPr b="0" i="0" sz="2100" u="none" cap="none" strike="noStrike">
                <a:solidFill>
                  <a:schemeClr val="dk1"/>
                </a:solidFill>
                <a:latin typeface="Times New Roman"/>
                <a:ea typeface="Times New Roman"/>
                <a:cs typeface="Times New Roman"/>
                <a:sym typeface="Times New Roman"/>
              </a:defRPr>
            </a:lvl4pPr>
            <a:lvl5pPr lvl="4" marR="0" rtl="0" algn="l">
              <a:spcBef>
                <a:spcPts val="0"/>
              </a:spcBef>
              <a:spcAft>
                <a:spcPts val="0"/>
              </a:spcAft>
              <a:buClr>
                <a:schemeClr val="dk1"/>
              </a:buClr>
              <a:buSzPts val="1400"/>
              <a:buFont typeface="Times New Roman"/>
              <a:buNone/>
              <a:defRPr b="0" i="0" sz="2100" u="none" cap="none" strike="noStrike">
                <a:solidFill>
                  <a:schemeClr val="dk1"/>
                </a:solidFill>
                <a:latin typeface="Times New Roman"/>
                <a:ea typeface="Times New Roman"/>
                <a:cs typeface="Times New Roman"/>
                <a:sym typeface="Times New Roman"/>
              </a:defRPr>
            </a:lvl5pPr>
            <a:lvl6pPr lvl="5" marR="0" rtl="0" algn="l">
              <a:spcBef>
                <a:spcPts val="0"/>
              </a:spcBef>
              <a:spcAft>
                <a:spcPts val="0"/>
              </a:spcAft>
              <a:buClr>
                <a:schemeClr val="dk1"/>
              </a:buClr>
              <a:buSzPts val="1400"/>
              <a:buFont typeface="Times New Roman"/>
              <a:buNone/>
              <a:defRPr b="0" i="0" sz="2100" u="none" cap="none" strike="noStrike">
                <a:solidFill>
                  <a:schemeClr val="dk1"/>
                </a:solidFill>
                <a:latin typeface="Times New Roman"/>
                <a:ea typeface="Times New Roman"/>
                <a:cs typeface="Times New Roman"/>
                <a:sym typeface="Times New Roman"/>
              </a:defRPr>
            </a:lvl6pPr>
            <a:lvl7pPr lvl="6" marR="0" rtl="0" algn="l">
              <a:spcBef>
                <a:spcPts val="0"/>
              </a:spcBef>
              <a:spcAft>
                <a:spcPts val="0"/>
              </a:spcAft>
              <a:buClr>
                <a:schemeClr val="dk1"/>
              </a:buClr>
              <a:buSzPts val="1400"/>
              <a:buFont typeface="Times New Roman"/>
              <a:buNone/>
              <a:defRPr b="0" i="0" sz="2100" u="none" cap="none" strike="noStrike">
                <a:solidFill>
                  <a:schemeClr val="dk1"/>
                </a:solidFill>
                <a:latin typeface="Times New Roman"/>
                <a:ea typeface="Times New Roman"/>
                <a:cs typeface="Times New Roman"/>
                <a:sym typeface="Times New Roman"/>
              </a:defRPr>
            </a:lvl7pPr>
            <a:lvl8pPr lvl="7" marR="0" rtl="0" algn="l">
              <a:spcBef>
                <a:spcPts val="0"/>
              </a:spcBef>
              <a:spcAft>
                <a:spcPts val="0"/>
              </a:spcAft>
              <a:buClr>
                <a:schemeClr val="dk1"/>
              </a:buClr>
              <a:buSzPts val="1400"/>
              <a:buFont typeface="Times New Roman"/>
              <a:buNone/>
              <a:defRPr b="0" i="0" sz="2100" u="none" cap="none" strike="noStrike">
                <a:solidFill>
                  <a:schemeClr val="dk1"/>
                </a:solidFill>
                <a:latin typeface="Times New Roman"/>
                <a:ea typeface="Times New Roman"/>
                <a:cs typeface="Times New Roman"/>
                <a:sym typeface="Times New Roman"/>
              </a:defRPr>
            </a:lvl8pPr>
            <a:lvl9pPr lvl="8" marR="0" rtl="0" algn="l">
              <a:spcBef>
                <a:spcPts val="0"/>
              </a:spcBef>
              <a:spcAft>
                <a:spcPts val="0"/>
              </a:spcAft>
              <a:buClr>
                <a:schemeClr val="dk1"/>
              </a:buClr>
              <a:buSzPts val="1400"/>
              <a:buFont typeface="Times New Roman"/>
              <a:buNone/>
              <a:defRPr b="0" i="0" sz="2100" u="none" cap="none" strike="noStrike">
                <a:solidFill>
                  <a:schemeClr val="dk1"/>
                </a:solidFill>
                <a:latin typeface="Times New Roman"/>
                <a:ea typeface="Times New Roman"/>
                <a:cs typeface="Times New Roman"/>
                <a:sym typeface="Times New Roman"/>
              </a:defRPr>
            </a:lvl9pPr>
          </a:lstStyle>
          <a:p/>
        </p:txBody>
      </p:sp>
      <p:sp>
        <p:nvSpPr>
          <p:cNvPr id="4" name="Google Shape;4;n"/>
          <p:cNvSpPr txBox="1"/>
          <p:nvPr>
            <p:ph idx="10" type="dt"/>
          </p:nvPr>
        </p:nvSpPr>
        <p:spPr>
          <a:xfrm>
            <a:off x="3971619" y="0"/>
            <a:ext cx="3037212" cy="461804"/>
          </a:xfrm>
          <a:prstGeom prst="rect">
            <a:avLst/>
          </a:prstGeom>
          <a:noFill/>
          <a:ln>
            <a:noFill/>
          </a:ln>
        </p:spPr>
        <p:txBody>
          <a:bodyPr anchorCtr="0" anchor="t" bIns="45125" lIns="90275" spcFirstLastPara="1" rIns="90275" wrap="square" tIns="45125">
            <a:noAutofit/>
          </a:bodyPr>
          <a:lstStyle>
            <a:lvl1pPr lvl="0" marR="0" rtl="0" algn="r">
              <a:spcBef>
                <a:spcPts val="0"/>
              </a:spcBef>
              <a:spcAft>
                <a:spcPts val="0"/>
              </a:spcAft>
              <a:buClr>
                <a:schemeClr val="dk1"/>
              </a:buClr>
              <a:buSzPts val="1400"/>
              <a:buFont typeface="Times New Roman"/>
              <a:buNone/>
              <a:defRPr b="0" i="0" sz="1200" u="none" cap="none" strike="noStrike">
                <a:solidFill>
                  <a:schemeClr val="dk1"/>
                </a:solidFill>
                <a:latin typeface="Times New Roman"/>
                <a:ea typeface="Times New Roman"/>
                <a:cs typeface="Times New Roman"/>
                <a:sym typeface="Times New Roman"/>
              </a:defRPr>
            </a:lvl1pPr>
            <a:lvl2pPr lvl="1" marR="0" rtl="0" algn="l">
              <a:spcBef>
                <a:spcPts val="0"/>
              </a:spcBef>
              <a:spcAft>
                <a:spcPts val="0"/>
              </a:spcAft>
              <a:buClr>
                <a:schemeClr val="dk1"/>
              </a:buClr>
              <a:buSzPts val="1400"/>
              <a:buFont typeface="Times New Roman"/>
              <a:buNone/>
              <a:defRPr b="0" i="0" sz="2100" u="none" cap="none" strike="noStrike">
                <a:solidFill>
                  <a:schemeClr val="dk1"/>
                </a:solidFill>
                <a:latin typeface="Times New Roman"/>
                <a:ea typeface="Times New Roman"/>
                <a:cs typeface="Times New Roman"/>
                <a:sym typeface="Times New Roman"/>
              </a:defRPr>
            </a:lvl2pPr>
            <a:lvl3pPr lvl="2" marR="0" rtl="0" algn="l">
              <a:spcBef>
                <a:spcPts val="0"/>
              </a:spcBef>
              <a:spcAft>
                <a:spcPts val="0"/>
              </a:spcAft>
              <a:buClr>
                <a:schemeClr val="dk1"/>
              </a:buClr>
              <a:buSzPts val="1400"/>
              <a:buFont typeface="Times New Roman"/>
              <a:buNone/>
              <a:defRPr b="0" i="0" sz="2100" u="none" cap="none" strike="noStrike">
                <a:solidFill>
                  <a:schemeClr val="dk1"/>
                </a:solidFill>
                <a:latin typeface="Times New Roman"/>
                <a:ea typeface="Times New Roman"/>
                <a:cs typeface="Times New Roman"/>
                <a:sym typeface="Times New Roman"/>
              </a:defRPr>
            </a:lvl3pPr>
            <a:lvl4pPr lvl="3" marR="0" rtl="0" algn="l">
              <a:spcBef>
                <a:spcPts val="0"/>
              </a:spcBef>
              <a:spcAft>
                <a:spcPts val="0"/>
              </a:spcAft>
              <a:buClr>
                <a:schemeClr val="dk1"/>
              </a:buClr>
              <a:buSzPts val="1400"/>
              <a:buFont typeface="Times New Roman"/>
              <a:buNone/>
              <a:defRPr b="0" i="0" sz="2100" u="none" cap="none" strike="noStrike">
                <a:solidFill>
                  <a:schemeClr val="dk1"/>
                </a:solidFill>
                <a:latin typeface="Times New Roman"/>
                <a:ea typeface="Times New Roman"/>
                <a:cs typeface="Times New Roman"/>
                <a:sym typeface="Times New Roman"/>
              </a:defRPr>
            </a:lvl4pPr>
            <a:lvl5pPr lvl="4" marR="0" rtl="0" algn="l">
              <a:spcBef>
                <a:spcPts val="0"/>
              </a:spcBef>
              <a:spcAft>
                <a:spcPts val="0"/>
              </a:spcAft>
              <a:buClr>
                <a:schemeClr val="dk1"/>
              </a:buClr>
              <a:buSzPts val="1400"/>
              <a:buFont typeface="Times New Roman"/>
              <a:buNone/>
              <a:defRPr b="0" i="0" sz="2100" u="none" cap="none" strike="noStrike">
                <a:solidFill>
                  <a:schemeClr val="dk1"/>
                </a:solidFill>
                <a:latin typeface="Times New Roman"/>
                <a:ea typeface="Times New Roman"/>
                <a:cs typeface="Times New Roman"/>
                <a:sym typeface="Times New Roman"/>
              </a:defRPr>
            </a:lvl5pPr>
            <a:lvl6pPr lvl="5" marR="0" rtl="0" algn="l">
              <a:spcBef>
                <a:spcPts val="0"/>
              </a:spcBef>
              <a:spcAft>
                <a:spcPts val="0"/>
              </a:spcAft>
              <a:buClr>
                <a:schemeClr val="dk1"/>
              </a:buClr>
              <a:buSzPts val="1400"/>
              <a:buFont typeface="Times New Roman"/>
              <a:buNone/>
              <a:defRPr b="0" i="0" sz="2100" u="none" cap="none" strike="noStrike">
                <a:solidFill>
                  <a:schemeClr val="dk1"/>
                </a:solidFill>
                <a:latin typeface="Times New Roman"/>
                <a:ea typeface="Times New Roman"/>
                <a:cs typeface="Times New Roman"/>
                <a:sym typeface="Times New Roman"/>
              </a:defRPr>
            </a:lvl6pPr>
            <a:lvl7pPr lvl="6" marR="0" rtl="0" algn="l">
              <a:spcBef>
                <a:spcPts val="0"/>
              </a:spcBef>
              <a:spcAft>
                <a:spcPts val="0"/>
              </a:spcAft>
              <a:buClr>
                <a:schemeClr val="dk1"/>
              </a:buClr>
              <a:buSzPts val="1400"/>
              <a:buFont typeface="Times New Roman"/>
              <a:buNone/>
              <a:defRPr b="0" i="0" sz="2100" u="none" cap="none" strike="noStrike">
                <a:solidFill>
                  <a:schemeClr val="dk1"/>
                </a:solidFill>
                <a:latin typeface="Times New Roman"/>
                <a:ea typeface="Times New Roman"/>
                <a:cs typeface="Times New Roman"/>
                <a:sym typeface="Times New Roman"/>
              </a:defRPr>
            </a:lvl7pPr>
            <a:lvl8pPr lvl="7" marR="0" rtl="0" algn="l">
              <a:spcBef>
                <a:spcPts val="0"/>
              </a:spcBef>
              <a:spcAft>
                <a:spcPts val="0"/>
              </a:spcAft>
              <a:buClr>
                <a:schemeClr val="dk1"/>
              </a:buClr>
              <a:buSzPts val="1400"/>
              <a:buFont typeface="Times New Roman"/>
              <a:buNone/>
              <a:defRPr b="0" i="0" sz="2100" u="none" cap="none" strike="noStrike">
                <a:solidFill>
                  <a:schemeClr val="dk1"/>
                </a:solidFill>
                <a:latin typeface="Times New Roman"/>
                <a:ea typeface="Times New Roman"/>
                <a:cs typeface="Times New Roman"/>
                <a:sym typeface="Times New Roman"/>
              </a:defRPr>
            </a:lvl8pPr>
            <a:lvl9pPr lvl="8" marR="0" rtl="0" algn="l">
              <a:spcBef>
                <a:spcPts val="0"/>
              </a:spcBef>
              <a:spcAft>
                <a:spcPts val="0"/>
              </a:spcAft>
              <a:buClr>
                <a:schemeClr val="dk1"/>
              </a:buClr>
              <a:buSzPts val="1400"/>
              <a:buFont typeface="Times New Roman"/>
              <a:buNone/>
              <a:defRPr b="0" i="0" sz="2100" u="none" cap="none" strike="noStrike">
                <a:solidFill>
                  <a:schemeClr val="dk1"/>
                </a:solidFill>
                <a:latin typeface="Times New Roman"/>
                <a:ea typeface="Times New Roman"/>
                <a:cs typeface="Times New Roman"/>
                <a:sym typeface="Times New Roman"/>
              </a:defRPr>
            </a:lvl9pPr>
          </a:lstStyle>
          <a:p/>
        </p:txBody>
      </p:sp>
      <p:sp>
        <p:nvSpPr>
          <p:cNvPr id="5" name="Google Shape;5;n"/>
          <p:cNvSpPr/>
          <p:nvPr>
            <p:ph idx="3" type="sldImg"/>
          </p:nvPr>
        </p:nvSpPr>
        <p:spPr>
          <a:xfrm>
            <a:off x="1196975" y="693738"/>
            <a:ext cx="4616450" cy="3462337"/>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700413" y="4387913"/>
            <a:ext cx="5609576" cy="4156234"/>
          </a:xfrm>
          <a:prstGeom prst="rect">
            <a:avLst/>
          </a:prstGeom>
          <a:noFill/>
          <a:ln>
            <a:noFill/>
          </a:ln>
        </p:spPr>
        <p:txBody>
          <a:bodyPr anchorCtr="0" anchor="t" bIns="45125" lIns="90275" spcFirstLastPara="1" rIns="90275" wrap="square" tIns="45125">
            <a:noAutofit/>
          </a:bodyPr>
          <a:lstStyle>
            <a:lvl1pPr indent="-228600" lvl="0" marL="457200" marR="0" rtl="0" algn="l">
              <a:lnSpc>
                <a:spcPct val="100000"/>
              </a:lnSpc>
              <a:spcBef>
                <a:spcPts val="300"/>
              </a:spcBef>
              <a:spcAft>
                <a:spcPts val="0"/>
              </a:spcAft>
              <a:buClr>
                <a:srgbClr val="000000"/>
              </a:buClr>
              <a:buSzPts val="1400"/>
              <a:buFont typeface="Arial"/>
              <a:buNone/>
              <a:defRPr b="0" i="0" sz="1000" u="none" cap="none" strike="noStrike">
                <a:solidFill>
                  <a:schemeClr val="dk1"/>
                </a:solidFill>
                <a:latin typeface="Calibri"/>
                <a:ea typeface="Calibri"/>
                <a:cs typeface="Calibri"/>
                <a:sym typeface="Calibri"/>
              </a:defRPr>
            </a:lvl1pPr>
            <a:lvl2pPr indent="-228600" lvl="1" marL="914400" marR="0" rtl="0" algn="l">
              <a:lnSpc>
                <a:spcPct val="100000"/>
              </a:lnSpc>
              <a:spcBef>
                <a:spcPts val="300"/>
              </a:spcBef>
              <a:spcAft>
                <a:spcPts val="0"/>
              </a:spcAft>
              <a:buClr>
                <a:srgbClr val="000000"/>
              </a:buClr>
              <a:buSzPts val="1400"/>
              <a:buFont typeface="Arial"/>
              <a:buNone/>
              <a:defRPr b="0" i="0" sz="1000" u="none" cap="none" strike="noStrike">
                <a:solidFill>
                  <a:schemeClr val="dk1"/>
                </a:solidFill>
                <a:latin typeface="Calibri"/>
                <a:ea typeface="Calibri"/>
                <a:cs typeface="Calibri"/>
                <a:sym typeface="Calibri"/>
              </a:defRPr>
            </a:lvl2pPr>
            <a:lvl3pPr indent="-228600" lvl="2" marL="1371600" marR="0" rtl="0" algn="l">
              <a:lnSpc>
                <a:spcPct val="100000"/>
              </a:lnSpc>
              <a:spcBef>
                <a:spcPts val="300"/>
              </a:spcBef>
              <a:spcAft>
                <a:spcPts val="0"/>
              </a:spcAft>
              <a:buClr>
                <a:srgbClr val="000000"/>
              </a:buClr>
              <a:buSzPts val="1400"/>
              <a:buFont typeface="Arial"/>
              <a:buNone/>
              <a:defRPr b="0" i="0" sz="1000" u="none" cap="none" strike="noStrike">
                <a:solidFill>
                  <a:schemeClr val="dk1"/>
                </a:solidFill>
                <a:latin typeface="Calibri"/>
                <a:ea typeface="Calibri"/>
                <a:cs typeface="Calibri"/>
                <a:sym typeface="Calibri"/>
              </a:defRPr>
            </a:lvl3pPr>
            <a:lvl4pPr indent="-228600" lvl="3" marL="1828800" marR="0" rtl="0" algn="l">
              <a:lnSpc>
                <a:spcPct val="100000"/>
              </a:lnSpc>
              <a:spcBef>
                <a:spcPts val="300"/>
              </a:spcBef>
              <a:spcAft>
                <a:spcPts val="0"/>
              </a:spcAft>
              <a:buClr>
                <a:srgbClr val="000000"/>
              </a:buClr>
              <a:buSzPts val="1400"/>
              <a:buFont typeface="Arial"/>
              <a:buNone/>
              <a:defRPr b="0" i="0" sz="1000" u="none" cap="none" strike="noStrike">
                <a:solidFill>
                  <a:schemeClr val="dk1"/>
                </a:solidFill>
                <a:latin typeface="Calibri"/>
                <a:ea typeface="Calibri"/>
                <a:cs typeface="Calibri"/>
                <a:sym typeface="Calibri"/>
              </a:defRPr>
            </a:lvl4pPr>
            <a:lvl5pPr indent="-228600" lvl="4" marL="2286000" marR="0" rtl="0" algn="l">
              <a:lnSpc>
                <a:spcPct val="100000"/>
              </a:lnSpc>
              <a:spcBef>
                <a:spcPts val="300"/>
              </a:spcBef>
              <a:spcAft>
                <a:spcPts val="0"/>
              </a:spcAft>
              <a:buClr>
                <a:srgbClr val="000000"/>
              </a:buClr>
              <a:buSzPts val="1400"/>
              <a:buFont typeface="Arial"/>
              <a:buNone/>
              <a:defRPr b="0" i="0" sz="1000" u="none" cap="none" strike="noStrike">
                <a:solidFill>
                  <a:schemeClr val="dk1"/>
                </a:solidFill>
                <a:latin typeface="Calibri"/>
                <a:ea typeface="Calibri"/>
                <a:cs typeface="Calibri"/>
                <a:sym typeface="Calibri"/>
              </a:defRPr>
            </a:lvl5pPr>
            <a:lvl6pPr indent="-228600" lvl="5" marL="2743200" marR="0" rtl="0" algn="l">
              <a:lnSpc>
                <a:spcPct val="100000"/>
              </a:lnSpc>
              <a:spcBef>
                <a:spcPts val="0"/>
              </a:spcBef>
              <a:spcAft>
                <a:spcPts val="0"/>
              </a:spcAft>
              <a:buClr>
                <a:srgbClr val="000000"/>
              </a:buClr>
              <a:buSzPts val="1400"/>
              <a:buFont typeface="Arial"/>
              <a:buNone/>
              <a:defRPr b="0" i="0" sz="1000" u="none" cap="none" strike="noStrike">
                <a:solidFill>
                  <a:schemeClr val="dk1"/>
                </a:solidFill>
                <a:latin typeface="Calibri"/>
                <a:ea typeface="Calibri"/>
                <a:cs typeface="Calibri"/>
                <a:sym typeface="Calibri"/>
              </a:defRPr>
            </a:lvl6pPr>
            <a:lvl7pPr indent="-228600" lvl="6" marL="3200400" marR="0" rtl="0" algn="l">
              <a:lnSpc>
                <a:spcPct val="100000"/>
              </a:lnSpc>
              <a:spcBef>
                <a:spcPts val="0"/>
              </a:spcBef>
              <a:spcAft>
                <a:spcPts val="0"/>
              </a:spcAft>
              <a:buClr>
                <a:srgbClr val="000000"/>
              </a:buClr>
              <a:buSzPts val="1400"/>
              <a:buFont typeface="Arial"/>
              <a:buNone/>
              <a:defRPr b="0" i="0" sz="1000" u="none" cap="none" strike="noStrike">
                <a:solidFill>
                  <a:schemeClr val="dk1"/>
                </a:solidFill>
                <a:latin typeface="Calibri"/>
                <a:ea typeface="Calibri"/>
                <a:cs typeface="Calibri"/>
                <a:sym typeface="Calibri"/>
              </a:defRPr>
            </a:lvl7pPr>
            <a:lvl8pPr indent="-228600" lvl="7" marL="3657600" marR="0" rtl="0" algn="l">
              <a:lnSpc>
                <a:spcPct val="100000"/>
              </a:lnSpc>
              <a:spcBef>
                <a:spcPts val="0"/>
              </a:spcBef>
              <a:spcAft>
                <a:spcPts val="0"/>
              </a:spcAft>
              <a:buClr>
                <a:srgbClr val="000000"/>
              </a:buClr>
              <a:buSzPts val="1400"/>
              <a:buFont typeface="Arial"/>
              <a:buNone/>
              <a:defRPr b="0" i="0" sz="1000" u="none" cap="none" strike="noStrike">
                <a:solidFill>
                  <a:schemeClr val="dk1"/>
                </a:solidFill>
                <a:latin typeface="Calibri"/>
                <a:ea typeface="Calibri"/>
                <a:cs typeface="Calibri"/>
                <a:sym typeface="Calibri"/>
              </a:defRPr>
            </a:lvl8pPr>
            <a:lvl9pPr indent="-228600" lvl="8" marL="4114800" marR="0" rtl="0" algn="l">
              <a:lnSpc>
                <a:spcPct val="100000"/>
              </a:lnSpc>
              <a:spcBef>
                <a:spcPts val="0"/>
              </a:spcBef>
              <a:spcAft>
                <a:spcPts val="0"/>
              </a:spcAft>
              <a:buClr>
                <a:srgbClr val="000000"/>
              </a:buClr>
              <a:buSzPts val="1400"/>
              <a:buFont typeface="Arial"/>
              <a:buNone/>
              <a:defRPr b="0" i="0" sz="10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8772716"/>
            <a:ext cx="3037212" cy="461804"/>
          </a:xfrm>
          <a:prstGeom prst="rect">
            <a:avLst/>
          </a:prstGeom>
          <a:noFill/>
          <a:ln>
            <a:noFill/>
          </a:ln>
        </p:spPr>
        <p:txBody>
          <a:bodyPr anchorCtr="0" anchor="b" bIns="45125" lIns="90275" spcFirstLastPara="1" rIns="90275" wrap="square" tIns="45125">
            <a:noAutofit/>
          </a:bodyPr>
          <a:lstStyle>
            <a:lvl1pPr lvl="0" marR="0" rtl="0" algn="l">
              <a:spcBef>
                <a:spcPts val="0"/>
              </a:spcBef>
              <a:spcAft>
                <a:spcPts val="0"/>
              </a:spcAft>
              <a:buClr>
                <a:schemeClr val="dk1"/>
              </a:buClr>
              <a:buSzPts val="1400"/>
              <a:buFont typeface="Times New Roman"/>
              <a:buNone/>
              <a:defRPr b="0" i="0" sz="1200" u="none" cap="none" strike="noStrike">
                <a:solidFill>
                  <a:schemeClr val="dk1"/>
                </a:solidFill>
                <a:latin typeface="Times New Roman"/>
                <a:ea typeface="Times New Roman"/>
                <a:cs typeface="Times New Roman"/>
                <a:sym typeface="Times New Roman"/>
              </a:defRPr>
            </a:lvl1pPr>
            <a:lvl2pPr lvl="1" marR="0" rtl="0" algn="l">
              <a:spcBef>
                <a:spcPts val="0"/>
              </a:spcBef>
              <a:spcAft>
                <a:spcPts val="0"/>
              </a:spcAft>
              <a:buClr>
                <a:schemeClr val="dk1"/>
              </a:buClr>
              <a:buSzPts val="1400"/>
              <a:buFont typeface="Times New Roman"/>
              <a:buNone/>
              <a:defRPr b="0" i="0" sz="2100" u="none" cap="none" strike="noStrike">
                <a:solidFill>
                  <a:schemeClr val="dk1"/>
                </a:solidFill>
                <a:latin typeface="Times New Roman"/>
                <a:ea typeface="Times New Roman"/>
                <a:cs typeface="Times New Roman"/>
                <a:sym typeface="Times New Roman"/>
              </a:defRPr>
            </a:lvl2pPr>
            <a:lvl3pPr lvl="2" marR="0" rtl="0" algn="l">
              <a:spcBef>
                <a:spcPts val="0"/>
              </a:spcBef>
              <a:spcAft>
                <a:spcPts val="0"/>
              </a:spcAft>
              <a:buClr>
                <a:schemeClr val="dk1"/>
              </a:buClr>
              <a:buSzPts val="1400"/>
              <a:buFont typeface="Times New Roman"/>
              <a:buNone/>
              <a:defRPr b="0" i="0" sz="2100" u="none" cap="none" strike="noStrike">
                <a:solidFill>
                  <a:schemeClr val="dk1"/>
                </a:solidFill>
                <a:latin typeface="Times New Roman"/>
                <a:ea typeface="Times New Roman"/>
                <a:cs typeface="Times New Roman"/>
                <a:sym typeface="Times New Roman"/>
              </a:defRPr>
            </a:lvl3pPr>
            <a:lvl4pPr lvl="3" marR="0" rtl="0" algn="l">
              <a:spcBef>
                <a:spcPts val="0"/>
              </a:spcBef>
              <a:spcAft>
                <a:spcPts val="0"/>
              </a:spcAft>
              <a:buClr>
                <a:schemeClr val="dk1"/>
              </a:buClr>
              <a:buSzPts val="1400"/>
              <a:buFont typeface="Times New Roman"/>
              <a:buNone/>
              <a:defRPr b="0" i="0" sz="2100" u="none" cap="none" strike="noStrike">
                <a:solidFill>
                  <a:schemeClr val="dk1"/>
                </a:solidFill>
                <a:latin typeface="Times New Roman"/>
                <a:ea typeface="Times New Roman"/>
                <a:cs typeface="Times New Roman"/>
                <a:sym typeface="Times New Roman"/>
              </a:defRPr>
            </a:lvl4pPr>
            <a:lvl5pPr lvl="4" marR="0" rtl="0" algn="l">
              <a:spcBef>
                <a:spcPts val="0"/>
              </a:spcBef>
              <a:spcAft>
                <a:spcPts val="0"/>
              </a:spcAft>
              <a:buClr>
                <a:schemeClr val="dk1"/>
              </a:buClr>
              <a:buSzPts val="1400"/>
              <a:buFont typeface="Times New Roman"/>
              <a:buNone/>
              <a:defRPr b="0" i="0" sz="2100" u="none" cap="none" strike="noStrike">
                <a:solidFill>
                  <a:schemeClr val="dk1"/>
                </a:solidFill>
                <a:latin typeface="Times New Roman"/>
                <a:ea typeface="Times New Roman"/>
                <a:cs typeface="Times New Roman"/>
                <a:sym typeface="Times New Roman"/>
              </a:defRPr>
            </a:lvl5pPr>
            <a:lvl6pPr lvl="5" marR="0" rtl="0" algn="l">
              <a:spcBef>
                <a:spcPts val="0"/>
              </a:spcBef>
              <a:spcAft>
                <a:spcPts val="0"/>
              </a:spcAft>
              <a:buClr>
                <a:schemeClr val="dk1"/>
              </a:buClr>
              <a:buSzPts val="1400"/>
              <a:buFont typeface="Times New Roman"/>
              <a:buNone/>
              <a:defRPr b="0" i="0" sz="2100" u="none" cap="none" strike="noStrike">
                <a:solidFill>
                  <a:schemeClr val="dk1"/>
                </a:solidFill>
                <a:latin typeface="Times New Roman"/>
                <a:ea typeface="Times New Roman"/>
                <a:cs typeface="Times New Roman"/>
                <a:sym typeface="Times New Roman"/>
              </a:defRPr>
            </a:lvl6pPr>
            <a:lvl7pPr lvl="6" marR="0" rtl="0" algn="l">
              <a:spcBef>
                <a:spcPts val="0"/>
              </a:spcBef>
              <a:spcAft>
                <a:spcPts val="0"/>
              </a:spcAft>
              <a:buClr>
                <a:schemeClr val="dk1"/>
              </a:buClr>
              <a:buSzPts val="1400"/>
              <a:buFont typeface="Times New Roman"/>
              <a:buNone/>
              <a:defRPr b="0" i="0" sz="2100" u="none" cap="none" strike="noStrike">
                <a:solidFill>
                  <a:schemeClr val="dk1"/>
                </a:solidFill>
                <a:latin typeface="Times New Roman"/>
                <a:ea typeface="Times New Roman"/>
                <a:cs typeface="Times New Roman"/>
                <a:sym typeface="Times New Roman"/>
              </a:defRPr>
            </a:lvl7pPr>
            <a:lvl8pPr lvl="7" marR="0" rtl="0" algn="l">
              <a:spcBef>
                <a:spcPts val="0"/>
              </a:spcBef>
              <a:spcAft>
                <a:spcPts val="0"/>
              </a:spcAft>
              <a:buClr>
                <a:schemeClr val="dk1"/>
              </a:buClr>
              <a:buSzPts val="1400"/>
              <a:buFont typeface="Times New Roman"/>
              <a:buNone/>
              <a:defRPr b="0" i="0" sz="2100" u="none" cap="none" strike="noStrike">
                <a:solidFill>
                  <a:schemeClr val="dk1"/>
                </a:solidFill>
                <a:latin typeface="Times New Roman"/>
                <a:ea typeface="Times New Roman"/>
                <a:cs typeface="Times New Roman"/>
                <a:sym typeface="Times New Roman"/>
              </a:defRPr>
            </a:lvl8pPr>
            <a:lvl9pPr lvl="8" marR="0" rtl="0" algn="l">
              <a:spcBef>
                <a:spcPts val="0"/>
              </a:spcBef>
              <a:spcAft>
                <a:spcPts val="0"/>
              </a:spcAft>
              <a:buClr>
                <a:schemeClr val="dk1"/>
              </a:buClr>
              <a:buSzPts val="1400"/>
              <a:buFont typeface="Times New Roman"/>
              <a:buNone/>
              <a:defRPr b="0" i="0" sz="2100" u="none" cap="none" strike="noStrike">
                <a:solidFill>
                  <a:schemeClr val="dk1"/>
                </a:solidFill>
                <a:latin typeface="Times New Roman"/>
                <a:ea typeface="Times New Roman"/>
                <a:cs typeface="Times New Roman"/>
                <a:sym typeface="Times New Roman"/>
              </a:defRPr>
            </a:lvl9pPr>
          </a:lstStyle>
          <a:p/>
        </p:txBody>
      </p:sp>
      <p:sp>
        <p:nvSpPr>
          <p:cNvPr id="8" name="Google Shape;8;n"/>
          <p:cNvSpPr txBox="1"/>
          <p:nvPr>
            <p:ph idx="12" type="sldNum"/>
          </p:nvPr>
        </p:nvSpPr>
        <p:spPr>
          <a:xfrm>
            <a:off x="3971619" y="8772716"/>
            <a:ext cx="3037212" cy="461804"/>
          </a:xfrm>
          <a:prstGeom prst="rect">
            <a:avLst/>
          </a:prstGeom>
          <a:noFill/>
          <a:ln>
            <a:noFill/>
          </a:ln>
        </p:spPr>
        <p:txBody>
          <a:bodyPr anchorCtr="0" anchor="b" bIns="45125" lIns="90275" spcFirstLastPara="1" rIns="90275" wrap="square" tIns="45125">
            <a:noAutofit/>
          </a:bodyPr>
          <a:lstStyle/>
          <a:p>
            <a:pPr indent="0" lvl="0" marL="0" marR="0" rtl="0" algn="r">
              <a:spcBef>
                <a:spcPts val="0"/>
              </a:spcBef>
              <a:spcAft>
                <a:spcPts val="0"/>
              </a:spcAft>
              <a:buClr>
                <a:schemeClr val="dk1"/>
              </a:buClr>
              <a:buSzPts val="1200"/>
              <a:buFont typeface="Times New Roman"/>
              <a:buNone/>
            </a:pPr>
            <a:fld id="{00000000-1234-1234-1234-123412341234}" type="slidenum">
              <a:rPr b="0" i="0" lang="en-US" sz="1200" u="none" cap="none" strike="noStrike">
                <a:solidFill>
                  <a:schemeClr val="dk1"/>
                </a:solidFill>
                <a:latin typeface="Times New Roman"/>
                <a:ea typeface="Times New Roman"/>
                <a:cs typeface="Times New Roman"/>
                <a:sym typeface="Times New Roman"/>
              </a:rPr>
              <a:t>‹#›</a:t>
            </a:fld>
            <a:endParaRPr b="0" i="0" sz="1200" u="none" cap="none" strike="noStrike">
              <a:solidFill>
                <a:schemeClr val="dk1"/>
              </a:solidFill>
              <a:latin typeface="Times New Roman"/>
              <a:ea typeface="Times New Roman"/>
              <a:cs typeface="Times New Roman"/>
              <a:sym typeface="Times New Roman"/>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pubmed.ncbi.nlm.nih.gov/22168198/" TargetMode="External"/><Relationship Id="rId3" Type="http://schemas.openxmlformats.org/officeDocument/2006/relationships/hyperlink" Target="https://pubmed.ncbi.nlm.nih.gov/22168198/" TargetMode="External"/><Relationship Id="rId4" Type="http://schemas.openxmlformats.org/officeDocument/2006/relationships/hyperlink" Target="https://jamanetwork.com/journals/jamainternalmedicine/fullarticle/2811179" TargetMode="External"/><Relationship Id="rId5" Type="http://schemas.openxmlformats.org/officeDocument/2006/relationships/hyperlink" Target="https://jamanetwork.com/journals/jamainternalmedicine/fullarticle/2811179" TargetMode="Externa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4" name="Shape 84"/>
        <p:cNvGrpSpPr/>
        <p:nvPr/>
      </p:nvGrpSpPr>
      <p:grpSpPr>
        <a:xfrm>
          <a:off x="0" y="0"/>
          <a:ext cx="0" cy="0"/>
          <a:chOff x="0" y="0"/>
          <a:chExt cx="0" cy="0"/>
        </a:xfrm>
      </p:grpSpPr>
      <p:sp>
        <p:nvSpPr>
          <p:cNvPr id="85" name="Google Shape;85;p1:notes"/>
          <p:cNvSpPr/>
          <p:nvPr>
            <p:ph idx="2" type="sldImg"/>
          </p:nvPr>
        </p:nvSpPr>
        <p:spPr>
          <a:xfrm>
            <a:off x="1196975" y="693738"/>
            <a:ext cx="4616450" cy="3462337"/>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
            <a:headEnd len="sm" w="sm" type="none"/>
            <a:tailEnd len="sm" w="sm" type="none"/>
          </a:ln>
        </p:spPr>
      </p:sp>
      <p:sp>
        <p:nvSpPr>
          <p:cNvPr id="86" name="Google Shape;86;p1:notes"/>
          <p:cNvSpPr txBox="1"/>
          <p:nvPr>
            <p:ph idx="1" type="body"/>
          </p:nvPr>
        </p:nvSpPr>
        <p:spPr>
          <a:xfrm>
            <a:off x="700413" y="4387913"/>
            <a:ext cx="5609576" cy="4156234"/>
          </a:xfrm>
          <a:prstGeom prst="rect">
            <a:avLst/>
          </a:prstGeom>
          <a:noFill/>
          <a:ln>
            <a:noFill/>
          </a:ln>
        </p:spPr>
        <p:txBody>
          <a:bodyPr anchorCtr="0" anchor="t" bIns="45125" lIns="90275" spcFirstLastPara="1" rIns="90275" wrap="square" tIns="45125">
            <a:noAutofit/>
          </a:bodyPr>
          <a:lstStyle/>
          <a:p>
            <a:pPr indent="0" lvl="0" marL="0" rtl="0" algn="l">
              <a:lnSpc>
                <a:spcPct val="80000"/>
              </a:lnSpc>
              <a:spcBef>
                <a:spcPts val="0"/>
              </a:spcBef>
              <a:spcAft>
                <a:spcPts val="0"/>
              </a:spcAft>
              <a:buClr>
                <a:schemeClr val="dk1"/>
              </a:buClr>
              <a:buSzPts val="1100"/>
              <a:buFont typeface="Arial"/>
              <a:buNone/>
            </a:pPr>
            <a:r>
              <a:rPr lang="en-US" sz="1100">
                <a:latin typeface="Arial"/>
                <a:ea typeface="Arial"/>
                <a:cs typeface="Arial"/>
                <a:sym typeface="Arial"/>
              </a:rPr>
              <a:t>Singer AJ, Thode HC Jr, Viccellio P, Pines JM. The association between length of emergency department boarding and mortality. </a:t>
            </a:r>
            <a:r>
              <a:rPr i="1" lang="en-US" sz="1100">
                <a:latin typeface="Arial"/>
                <a:ea typeface="Arial"/>
                <a:cs typeface="Arial"/>
                <a:sym typeface="Arial"/>
              </a:rPr>
              <a:t>Acad Emerg Med.</a:t>
            </a:r>
            <a:r>
              <a:rPr lang="en-US" sz="1100">
                <a:latin typeface="Arial"/>
                <a:ea typeface="Arial"/>
                <a:cs typeface="Arial"/>
                <a:sym typeface="Arial"/>
              </a:rPr>
              <a:t> 2011;18(12):1324–1329 —</a:t>
            </a:r>
            <a:r>
              <a:rPr lang="en-US" sz="1100">
                <a:uFill>
                  <a:noFill/>
                </a:uFill>
                <a:latin typeface="Arial"/>
                <a:ea typeface="Arial"/>
                <a:cs typeface="Arial"/>
                <a:sym typeface="Arial"/>
                <a:hlinkClick r:id="rId2"/>
              </a:rPr>
              <a:t> </a:t>
            </a:r>
            <a:r>
              <a:rPr lang="en-US" sz="1100" u="sng">
                <a:solidFill>
                  <a:schemeClr val="hlink"/>
                </a:solidFill>
                <a:latin typeface="Arial"/>
                <a:ea typeface="Arial"/>
                <a:cs typeface="Arial"/>
                <a:sym typeface="Arial"/>
                <a:hlinkClick r:id="rId3"/>
              </a:rPr>
              <a:t>pubmed.ncbi.nlm.nih.gov/22168198</a:t>
            </a:r>
            <a:endParaRPr sz="1100" u="sng">
              <a:solidFill>
                <a:schemeClr val="hlink"/>
              </a:solidFill>
              <a:latin typeface="Arial"/>
              <a:ea typeface="Arial"/>
              <a:cs typeface="Arial"/>
              <a:sym typeface="Arial"/>
            </a:endParaRPr>
          </a:p>
          <a:p>
            <a:pPr indent="0" lvl="0" marL="0" rtl="0" algn="l">
              <a:lnSpc>
                <a:spcPct val="80000"/>
              </a:lnSpc>
              <a:spcBef>
                <a:spcPts val="0"/>
              </a:spcBef>
              <a:spcAft>
                <a:spcPts val="0"/>
              </a:spcAft>
              <a:buClr>
                <a:schemeClr val="dk1"/>
              </a:buClr>
              <a:buSzPts val="1100"/>
              <a:buFont typeface="Arial"/>
              <a:buNone/>
            </a:pPr>
            <a:r>
              <a:rPr lang="en-US" sz="1100">
                <a:latin typeface="Arial"/>
                <a:ea typeface="Arial"/>
                <a:cs typeface="Arial"/>
                <a:sym typeface="Arial"/>
              </a:rPr>
              <a:t>Roussel M, Teissandier D, Yordanov Y, et al. Overnight stay in the emergency department and mortality in older patients. </a:t>
            </a:r>
            <a:r>
              <a:rPr i="1" lang="en-US" sz="1100">
                <a:latin typeface="Arial"/>
                <a:ea typeface="Arial"/>
                <a:cs typeface="Arial"/>
                <a:sym typeface="Arial"/>
              </a:rPr>
              <a:t>JAMA Intern Med.</a:t>
            </a:r>
            <a:r>
              <a:rPr lang="en-US" sz="1100">
                <a:latin typeface="Arial"/>
                <a:ea typeface="Arial"/>
                <a:cs typeface="Arial"/>
                <a:sym typeface="Arial"/>
              </a:rPr>
              <a:t> 2023;183(12):1378–1385 —</a:t>
            </a:r>
            <a:r>
              <a:rPr lang="en-US" sz="1100">
                <a:uFill>
                  <a:noFill/>
                </a:uFill>
                <a:latin typeface="Arial"/>
                <a:ea typeface="Arial"/>
                <a:cs typeface="Arial"/>
                <a:sym typeface="Arial"/>
                <a:hlinkClick r:id="rId4"/>
              </a:rPr>
              <a:t> </a:t>
            </a:r>
            <a:r>
              <a:rPr lang="en-US" sz="1100" u="sng">
                <a:solidFill>
                  <a:schemeClr val="hlink"/>
                </a:solidFill>
                <a:latin typeface="Arial"/>
                <a:ea typeface="Arial"/>
                <a:cs typeface="Arial"/>
                <a:sym typeface="Arial"/>
                <a:hlinkClick r:id="rId5"/>
              </a:rPr>
              <a:t>jamanetwork.com/journals/jamainternalmedicine/fullarticle/2811179</a:t>
            </a:r>
            <a:endParaRPr sz="1100" u="sng">
              <a:solidFill>
                <a:schemeClr val="hlink"/>
              </a:solidFill>
              <a:latin typeface="Arial"/>
              <a:ea typeface="Arial"/>
              <a:cs typeface="Arial"/>
              <a:sym typeface="Arial"/>
            </a:endParaRPr>
          </a:p>
          <a:p>
            <a:pPr indent="0" lvl="0" marL="0" rtl="0" algn="l">
              <a:lnSpc>
                <a:spcPct val="80000"/>
              </a:lnSpc>
              <a:spcBef>
                <a:spcPts val="0"/>
              </a:spcBef>
              <a:spcAft>
                <a:spcPts val="0"/>
              </a:spcAft>
              <a:buSzPts val="1400"/>
              <a:buNone/>
            </a:pPr>
            <a:r>
              <a:t/>
            </a:r>
            <a:endParaRPr/>
          </a:p>
        </p:txBody>
      </p:sp>
      <p:sp>
        <p:nvSpPr>
          <p:cNvPr id="87" name="Google Shape;87;p1:notes"/>
          <p:cNvSpPr txBox="1"/>
          <p:nvPr>
            <p:ph idx="12" type="sldNum"/>
          </p:nvPr>
        </p:nvSpPr>
        <p:spPr>
          <a:xfrm>
            <a:off x="3971619" y="8772716"/>
            <a:ext cx="3037212" cy="461804"/>
          </a:xfrm>
          <a:prstGeom prst="rect">
            <a:avLst/>
          </a:prstGeom>
          <a:noFill/>
          <a:ln>
            <a:noFill/>
          </a:ln>
        </p:spPr>
        <p:txBody>
          <a:bodyPr anchorCtr="0" anchor="b" bIns="45125" lIns="90275" spcFirstLastPara="1" rIns="90275" wrap="square" tIns="45125">
            <a:noAutofit/>
          </a:bodyPr>
          <a:lstStyle/>
          <a:p>
            <a:pPr indent="0" lvl="0" marL="0" marR="0" rtl="0" algn="r">
              <a:spcBef>
                <a:spcPts val="0"/>
              </a:spcBef>
              <a:spcAft>
                <a:spcPts val="0"/>
              </a:spcAft>
              <a:buClr>
                <a:schemeClr val="dk1"/>
              </a:buClr>
              <a:buSzPts val="1200"/>
              <a:buFont typeface="Times New Roman"/>
              <a:buNone/>
            </a:pPr>
            <a:fld id="{00000000-1234-1234-1234-123412341234}" type="slidenum">
              <a:rPr b="0" i="0" lang="en-US" sz="1200" u="none" cap="none" strike="noStrike">
                <a:solidFill>
                  <a:schemeClr val="dk1"/>
                </a:solidFill>
                <a:latin typeface="Times New Roman"/>
                <a:ea typeface="Times New Roman"/>
                <a:cs typeface="Times New Roman"/>
                <a:sym typeface="Times New Roman"/>
              </a:rPr>
              <a:t>‹#›</a:t>
            </a:fld>
            <a:endParaRPr b="0" i="0" sz="1200" u="none" cap="none" strike="noStrike">
              <a:solidFill>
                <a:schemeClr val="dk1"/>
              </a:solidFill>
              <a:latin typeface="Times New Roman"/>
              <a:ea typeface="Times New Roman"/>
              <a:cs typeface="Times New Roman"/>
              <a:sym typeface="Times New Roman"/>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15" name="Shape 15"/>
        <p:cNvGrpSpPr/>
        <p:nvPr/>
      </p:nvGrpSpPr>
      <p:grpSpPr>
        <a:xfrm>
          <a:off x="0" y="0"/>
          <a:ext cx="0" cy="0"/>
          <a:chOff x="0" y="0"/>
          <a:chExt cx="0" cy="0"/>
        </a:xfrm>
      </p:grpSpPr>
      <p:sp>
        <p:nvSpPr>
          <p:cNvPr id="16" name="Google Shape;16;p3"/>
          <p:cNvSpPr txBox="1"/>
          <p:nvPr>
            <p:ph idx="10" type="dt"/>
          </p:nvPr>
        </p:nvSpPr>
        <p:spPr>
          <a:xfrm>
            <a:off x="2514600" y="25425402"/>
            <a:ext cx="8229600" cy="146050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7" name="Google Shape;17;p3"/>
          <p:cNvSpPr txBox="1"/>
          <p:nvPr>
            <p:ph idx="11" type="ftr"/>
          </p:nvPr>
        </p:nvSpPr>
        <p:spPr>
          <a:xfrm>
            <a:off x="12115800" y="25425402"/>
            <a:ext cx="12344400" cy="1460500"/>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8" name="Google Shape;18;p3"/>
          <p:cNvSpPr txBox="1"/>
          <p:nvPr>
            <p:ph idx="12" type="sldNum"/>
          </p:nvPr>
        </p:nvSpPr>
        <p:spPr>
          <a:xfrm>
            <a:off x="25831800" y="25425402"/>
            <a:ext cx="8229600" cy="1460500"/>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9" name="Shape 19"/>
        <p:cNvGrpSpPr/>
        <p:nvPr/>
      </p:nvGrpSpPr>
      <p:grpSpPr>
        <a:xfrm>
          <a:off x="0" y="0"/>
          <a:ext cx="0" cy="0"/>
          <a:chOff x="0" y="0"/>
          <a:chExt cx="0" cy="0"/>
        </a:xfrm>
      </p:grpSpPr>
      <p:sp>
        <p:nvSpPr>
          <p:cNvPr id="20" name="Google Shape;20;p4"/>
          <p:cNvSpPr txBox="1"/>
          <p:nvPr>
            <p:ph type="ctrTitle"/>
          </p:nvPr>
        </p:nvSpPr>
        <p:spPr>
          <a:xfrm>
            <a:off x="4572000" y="4489452"/>
            <a:ext cx="27432000" cy="9550400"/>
          </a:xfrm>
          <a:prstGeom prst="rect">
            <a:avLst/>
          </a:prstGeom>
          <a:noFill/>
          <a:ln>
            <a:noFill/>
          </a:ln>
        </p:spPr>
        <p:txBody>
          <a:bodyPr anchorCtr="0" anchor="b" bIns="45700" lIns="91425" spcFirstLastPara="1" rIns="91425" wrap="square" tIns="45700">
            <a:normAutofit/>
          </a:bodyPr>
          <a:lstStyle>
            <a:lvl1pPr lvl="0" algn="ctr">
              <a:lnSpc>
                <a:spcPct val="90000"/>
              </a:lnSpc>
              <a:spcBef>
                <a:spcPts val="0"/>
              </a:spcBef>
              <a:spcAft>
                <a:spcPts val="0"/>
              </a:spcAft>
              <a:buClr>
                <a:schemeClr val="dk1"/>
              </a:buClr>
              <a:buSzPts val="18000"/>
              <a:buFont typeface="Calibri"/>
              <a:buNone/>
              <a:defRPr sz="18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1" name="Google Shape;21;p4"/>
          <p:cNvSpPr txBox="1"/>
          <p:nvPr>
            <p:ph idx="1" type="subTitle"/>
          </p:nvPr>
        </p:nvSpPr>
        <p:spPr>
          <a:xfrm>
            <a:off x="4572000" y="14408152"/>
            <a:ext cx="27432000" cy="6623048"/>
          </a:xfrm>
          <a:prstGeom prst="rect">
            <a:avLst/>
          </a:prstGeom>
          <a:noFill/>
          <a:ln>
            <a:noFill/>
          </a:ln>
        </p:spPr>
        <p:txBody>
          <a:bodyPr anchorCtr="0" anchor="t" bIns="45700" lIns="91425" spcFirstLastPara="1" rIns="91425" wrap="square" tIns="45700">
            <a:normAutofit/>
          </a:bodyPr>
          <a:lstStyle>
            <a:lvl1pPr lvl="0" algn="ctr">
              <a:lnSpc>
                <a:spcPct val="90000"/>
              </a:lnSpc>
              <a:spcBef>
                <a:spcPts val="3000"/>
              </a:spcBef>
              <a:spcAft>
                <a:spcPts val="0"/>
              </a:spcAft>
              <a:buClr>
                <a:schemeClr val="dk1"/>
              </a:buClr>
              <a:buSzPts val="7200"/>
              <a:buNone/>
              <a:defRPr sz="7200"/>
            </a:lvl1pPr>
            <a:lvl2pPr lvl="1" algn="ctr">
              <a:lnSpc>
                <a:spcPct val="90000"/>
              </a:lnSpc>
              <a:spcBef>
                <a:spcPts val="1500"/>
              </a:spcBef>
              <a:spcAft>
                <a:spcPts val="0"/>
              </a:spcAft>
              <a:buClr>
                <a:schemeClr val="dk1"/>
              </a:buClr>
              <a:buSzPts val="6000"/>
              <a:buNone/>
              <a:defRPr sz="6000"/>
            </a:lvl2pPr>
            <a:lvl3pPr lvl="2" algn="ctr">
              <a:lnSpc>
                <a:spcPct val="90000"/>
              </a:lnSpc>
              <a:spcBef>
                <a:spcPts val="1500"/>
              </a:spcBef>
              <a:spcAft>
                <a:spcPts val="0"/>
              </a:spcAft>
              <a:buClr>
                <a:schemeClr val="dk1"/>
              </a:buClr>
              <a:buSzPts val="5400"/>
              <a:buNone/>
              <a:defRPr sz="5400"/>
            </a:lvl3pPr>
            <a:lvl4pPr lvl="3" algn="ctr">
              <a:lnSpc>
                <a:spcPct val="90000"/>
              </a:lnSpc>
              <a:spcBef>
                <a:spcPts val="1500"/>
              </a:spcBef>
              <a:spcAft>
                <a:spcPts val="0"/>
              </a:spcAft>
              <a:buClr>
                <a:schemeClr val="dk1"/>
              </a:buClr>
              <a:buSzPts val="4800"/>
              <a:buNone/>
              <a:defRPr sz="4800"/>
            </a:lvl4pPr>
            <a:lvl5pPr lvl="4" algn="ctr">
              <a:lnSpc>
                <a:spcPct val="90000"/>
              </a:lnSpc>
              <a:spcBef>
                <a:spcPts val="1500"/>
              </a:spcBef>
              <a:spcAft>
                <a:spcPts val="0"/>
              </a:spcAft>
              <a:buClr>
                <a:schemeClr val="dk1"/>
              </a:buClr>
              <a:buSzPts val="4800"/>
              <a:buNone/>
              <a:defRPr sz="4800"/>
            </a:lvl5pPr>
            <a:lvl6pPr lvl="5" algn="ctr">
              <a:lnSpc>
                <a:spcPct val="90000"/>
              </a:lnSpc>
              <a:spcBef>
                <a:spcPts val="1500"/>
              </a:spcBef>
              <a:spcAft>
                <a:spcPts val="0"/>
              </a:spcAft>
              <a:buClr>
                <a:schemeClr val="dk1"/>
              </a:buClr>
              <a:buSzPts val="4800"/>
              <a:buNone/>
              <a:defRPr sz="4800"/>
            </a:lvl6pPr>
            <a:lvl7pPr lvl="6" algn="ctr">
              <a:lnSpc>
                <a:spcPct val="90000"/>
              </a:lnSpc>
              <a:spcBef>
                <a:spcPts val="1500"/>
              </a:spcBef>
              <a:spcAft>
                <a:spcPts val="0"/>
              </a:spcAft>
              <a:buClr>
                <a:schemeClr val="dk1"/>
              </a:buClr>
              <a:buSzPts val="4800"/>
              <a:buNone/>
              <a:defRPr sz="4800"/>
            </a:lvl7pPr>
            <a:lvl8pPr lvl="7" algn="ctr">
              <a:lnSpc>
                <a:spcPct val="90000"/>
              </a:lnSpc>
              <a:spcBef>
                <a:spcPts val="1500"/>
              </a:spcBef>
              <a:spcAft>
                <a:spcPts val="0"/>
              </a:spcAft>
              <a:buClr>
                <a:schemeClr val="dk1"/>
              </a:buClr>
              <a:buSzPts val="4800"/>
              <a:buNone/>
              <a:defRPr sz="4800"/>
            </a:lvl8pPr>
            <a:lvl9pPr lvl="8" algn="ctr">
              <a:lnSpc>
                <a:spcPct val="90000"/>
              </a:lnSpc>
              <a:spcBef>
                <a:spcPts val="1500"/>
              </a:spcBef>
              <a:spcAft>
                <a:spcPts val="0"/>
              </a:spcAft>
              <a:buClr>
                <a:schemeClr val="dk1"/>
              </a:buClr>
              <a:buSzPts val="4800"/>
              <a:buNone/>
              <a:defRPr sz="4800"/>
            </a:lvl9pPr>
          </a:lstStyle>
          <a:p/>
        </p:txBody>
      </p:sp>
      <p:sp>
        <p:nvSpPr>
          <p:cNvPr id="22" name="Google Shape;22;p4"/>
          <p:cNvSpPr txBox="1"/>
          <p:nvPr>
            <p:ph idx="10" type="dt"/>
          </p:nvPr>
        </p:nvSpPr>
        <p:spPr>
          <a:xfrm>
            <a:off x="2514600" y="25425402"/>
            <a:ext cx="8229600" cy="146050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3" name="Google Shape;23;p4"/>
          <p:cNvSpPr txBox="1"/>
          <p:nvPr>
            <p:ph idx="11" type="ftr"/>
          </p:nvPr>
        </p:nvSpPr>
        <p:spPr>
          <a:xfrm>
            <a:off x="12115800" y="25425402"/>
            <a:ext cx="12344400" cy="1460500"/>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4" name="Google Shape;24;p4"/>
          <p:cNvSpPr txBox="1"/>
          <p:nvPr>
            <p:ph idx="12" type="sldNum"/>
          </p:nvPr>
        </p:nvSpPr>
        <p:spPr>
          <a:xfrm>
            <a:off x="25831800" y="25425402"/>
            <a:ext cx="8229600" cy="1460500"/>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25" name="Shape 25"/>
        <p:cNvGrpSpPr/>
        <p:nvPr/>
      </p:nvGrpSpPr>
      <p:grpSpPr>
        <a:xfrm>
          <a:off x="0" y="0"/>
          <a:ext cx="0" cy="0"/>
          <a:chOff x="0" y="0"/>
          <a:chExt cx="0" cy="0"/>
        </a:xfrm>
      </p:grpSpPr>
      <p:sp>
        <p:nvSpPr>
          <p:cNvPr id="26" name="Google Shape;26;p5"/>
          <p:cNvSpPr txBox="1"/>
          <p:nvPr>
            <p:ph type="title"/>
          </p:nvPr>
        </p:nvSpPr>
        <p:spPr>
          <a:xfrm>
            <a:off x="2514600" y="1460502"/>
            <a:ext cx="31546800" cy="5302252"/>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7" name="Google Shape;27;p5"/>
          <p:cNvSpPr txBox="1"/>
          <p:nvPr>
            <p:ph idx="1" type="body"/>
          </p:nvPr>
        </p:nvSpPr>
        <p:spPr>
          <a:xfrm>
            <a:off x="2514600" y="7302500"/>
            <a:ext cx="31546800" cy="17405352"/>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3000"/>
              </a:spcBef>
              <a:spcAft>
                <a:spcPts val="0"/>
              </a:spcAft>
              <a:buClr>
                <a:schemeClr val="dk1"/>
              </a:buClr>
              <a:buSzPts val="1800"/>
              <a:buChar char="•"/>
              <a:defRPr/>
            </a:lvl1pPr>
            <a:lvl2pPr indent="-342900" lvl="1" marL="914400" algn="l">
              <a:lnSpc>
                <a:spcPct val="90000"/>
              </a:lnSpc>
              <a:spcBef>
                <a:spcPts val="1500"/>
              </a:spcBef>
              <a:spcAft>
                <a:spcPts val="0"/>
              </a:spcAft>
              <a:buClr>
                <a:schemeClr val="dk1"/>
              </a:buClr>
              <a:buSzPts val="1800"/>
              <a:buChar char="•"/>
              <a:defRPr/>
            </a:lvl2pPr>
            <a:lvl3pPr indent="-342900" lvl="2" marL="1371600" algn="l">
              <a:lnSpc>
                <a:spcPct val="90000"/>
              </a:lnSpc>
              <a:spcBef>
                <a:spcPts val="1500"/>
              </a:spcBef>
              <a:spcAft>
                <a:spcPts val="0"/>
              </a:spcAft>
              <a:buClr>
                <a:schemeClr val="dk1"/>
              </a:buClr>
              <a:buSzPts val="1800"/>
              <a:buChar char="•"/>
              <a:defRPr/>
            </a:lvl3pPr>
            <a:lvl4pPr indent="-342900" lvl="3" marL="1828800" algn="l">
              <a:lnSpc>
                <a:spcPct val="90000"/>
              </a:lnSpc>
              <a:spcBef>
                <a:spcPts val="1500"/>
              </a:spcBef>
              <a:spcAft>
                <a:spcPts val="0"/>
              </a:spcAft>
              <a:buClr>
                <a:schemeClr val="dk1"/>
              </a:buClr>
              <a:buSzPts val="1800"/>
              <a:buChar char="•"/>
              <a:defRPr/>
            </a:lvl4pPr>
            <a:lvl5pPr indent="-342900" lvl="4" marL="2286000" algn="l">
              <a:lnSpc>
                <a:spcPct val="90000"/>
              </a:lnSpc>
              <a:spcBef>
                <a:spcPts val="1500"/>
              </a:spcBef>
              <a:spcAft>
                <a:spcPts val="0"/>
              </a:spcAft>
              <a:buClr>
                <a:schemeClr val="dk1"/>
              </a:buClr>
              <a:buSzPts val="1800"/>
              <a:buChar char="•"/>
              <a:defRPr/>
            </a:lvl5pPr>
            <a:lvl6pPr indent="-342900" lvl="5" marL="2743200" algn="l">
              <a:lnSpc>
                <a:spcPct val="90000"/>
              </a:lnSpc>
              <a:spcBef>
                <a:spcPts val="1500"/>
              </a:spcBef>
              <a:spcAft>
                <a:spcPts val="0"/>
              </a:spcAft>
              <a:buClr>
                <a:schemeClr val="dk1"/>
              </a:buClr>
              <a:buSzPts val="1800"/>
              <a:buChar char="•"/>
              <a:defRPr/>
            </a:lvl6pPr>
            <a:lvl7pPr indent="-342900" lvl="6" marL="3200400" algn="l">
              <a:lnSpc>
                <a:spcPct val="90000"/>
              </a:lnSpc>
              <a:spcBef>
                <a:spcPts val="1500"/>
              </a:spcBef>
              <a:spcAft>
                <a:spcPts val="0"/>
              </a:spcAft>
              <a:buClr>
                <a:schemeClr val="dk1"/>
              </a:buClr>
              <a:buSzPts val="1800"/>
              <a:buChar char="•"/>
              <a:defRPr/>
            </a:lvl7pPr>
            <a:lvl8pPr indent="-342900" lvl="7" marL="3657600" algn="l">
              <a:lnSpc>
                <a:spcPct val="90000"/>
              </a:lnSpc>
              <a:spcBef>
                <a:spcPts val="1500"/>
              </a:spcBef>
              <a:spcAft>
                <a:spcPts val="0"/>
              </a:spcAft>
              <a:buClr>
                <a:schemeClr val="dk1"/>
              </a:buClr>
              <a:buSzPts val="1800"/>
              <a:buChar char="•"/>
              <a:defRPr/>
            </a:lvl8pPr>
            <a:lvl9pPr indent="-342900" lvl="8" marL="4114800" algn="l">
              <a:lnSpc>
                <a:spcPct val="90000"/>
              </a:lnSpc>
              <a:spcBef>
                <a:spcPts val="1500"/>
              </a:spcBef>
              <a:spcAft>
                <a:spcPts val="0"/>
              </a:spcAft>
              <a:buClr>
                <a:schemeClr val="dk1"/>
              </a:buClr>
              <a:buSzPts val="1800"/>
              <a:buChar char="•"/>
              <a:defRPr/>
            </a:lvl9pPr>
          </a:lstStyle>
          <a:p/>
        </p:txBody>
      </p:sp>
      <p:sp>
        <p:nvSpPr>
          <p:cNvPr id="28" name="Google Shape;28;p5"/>
          <p:cNvSpPr txBox="1"/>
          <p:nvPr>
            <p:ph idx="10" type="dt"/>
          </p:nvPr>
        </p:nvSpPr>
        <p:spPr>
          <a:xfrm>
            <a:off x="2514600" y="25425402"/>
            <a:ext cx="8229600" cy="146050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9" name="Google Shape;29;p5"/>
          <p:cNvSpPr txBox="1"/>
          <p:nvPr>
            <p:ph idx="11" type="ftr"/>
          </p:nvPr>
        </p:nvSpPr>
        <p:spPr>
          <a:xfrm>
            <a:off x="12115800" y="25425402"/>
            <a:ext cx="12344400" cy="1460500"/>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0" name="Google Shape;30;p5"/>
          <p:cNvSpPr txBox="1"/>
          <p:nvPr>
            <p:ph idx="12" type="sldNum"/>
          </p:nvPr>
        </p:nvSpPr>
        <p:spPr>
          <a:xfrm>
            <a:off x="25831800" y="25425402"/>
            <a:ext cx="8229600" cy="1460500"/>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31" name="Shape 31"/>
        <p:cNvGrpSpPr/>
        <p:nvPr/>
      </p:nvGrpSpPr>
      <p:grpSpPr>
        <a:xfrm>
          <a:off x="0" y="0"/>
          <a:ext cx="0" cy="0"/>
          <a:chOff x="0" y="0"/>
          <a:chExt cx="0" cy="0"/>
        </a:xfrm>
      </p:grpSpPr>
      <p:sp>
        <p:nvSpPr>
          <p:cNvPr id="32" name="Google Shape;32;p6"/>
          <p:cNvSpPr txBox="1"/>
          <p:nvPr>
            <p:ph type="title"/>
          </p:nvPr>
        </p:nvSpPr>
        <p:spPr>
          <a:xfrm>
            <a:off x="2495550" y="6838954"/>
            <a:ext cx="31546800" cy="11410948"/>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18000"/>
              <a:buFont typeface="Calibri"/>
              <a:buNone/>
              <a:defRPr sz="18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3" name="Google Shape;33;p6"/>
          <p:cNvSpPr txBox="1"/>
          <p:nvPr>
            <p:ph idx="1" type="body"/>
          </p:nvPr>
        </p:nvSpPr>
        <p:spPr>
          <a:xfrm>
            <a:off x="2495550" y="18357854"/>
            <a:ext cx="31546800" cy="6000748"/>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3000"/>
              </a:spcBef>
              <a:spcAft>
                <a:spcPts val="0"/>
              </a:spcAft>
              <a:buClr>
                <a:srgbClr val="888888"/>
              </a:buClr>
              <a:buSzPts val="7200"/>
              <a:buNone/>
              <a:defRPr sz="7200">
                <a:solidFill>
                  <a:srgbClr val="888888"/>
                </a:solidFill>
              </a:defRPr>
            </a:lvl1pPr>
            <a:lvl2pPr indent="-228600" lvl="1" marL="914400" algn="l">
              <a:lnSpc>
                <a:spcPct val="90000"/>
              </a:lnSpc>
              <a:spcBef>
                <a:spcPts val="1500"/>
              </a:spcBef>
              <a:spcAft>
                <a:spcPts val="0"/>
              </a:spcAft>
              <a:buClr>
                <a:srgbClr val="888888"/>
              </a:buClr>
              <a:buSzPts val="6000"/>
              <a:buNone/>
              <a:defRPr sz="6000">
                <a:solidFill>
                  <a:srgbClr val="888888"/>
                </a:solidFill>
              </a:defRPr>
            </a:lvl2pPr>
            <a:lvl3pPr indent="-228600" lvl="2" marL="1371600" algn="l">
              <a:lnSpc>
                <a:spcPct val="90000"/>
              </a:lnSpc>
              <a:spcBef>
                <a:spcPts val="1500"/>
              </a:spcBef>
              <a:spcAft>
                <a:spcPts val="0"/>
              </a:spcAft>
              <a:buClr>
                <a:srgbClr val="888888"/>
              </a:buClr>
              <a:buSzPts val="5400"/>
              <a:buNone/>
              <a:defRPr sz="5400">
                <a:solidFill>
                  <a:srgbClr val="888888"/>
                </a:solidFill>
              </a:defRPr>
            </a:lvl3pPr>
            <a:lvl4pPr indent="-228600" lvl="3" marL="1828800" algn="l">
              <a:lnSpc>
                <a:spcPct val="90000"/>
              </a:lnSpc>
              <a:spcBef>
                <a:spcPts val="1500"/>
              </a:spcBef>
              <a:spcAft>
                <a:spcPts val="0"/>
              </a:spcAft>
              <a:buClr>
                <a:srgbClr val="888888"/>
              </a:buClr>
              <a:buSzPts val="4800"/>
              <a:buNone/>
              <a:defRPr sz="4800">
                <a:solidFill>
                  <a:srgbClr val="888888"/>
                </a:solidFill>
              </a:defRPr>
            </a:lvl4pPr>
            <a:lvl5pPr indent="-228600" lvl="4" marL="2286000" algn="l">
              <a:lnSpc>
                <a:spcPct val="90000"/>
              </a:lnSpc>
              <a:spcBef>
                <a:spcPts val="1500"/>
              </a:spcBef>
              <a:spcAft>
                <a:spcPts val="0"/>
              </a:spcAft>
              <a:buClr>
                <a:srgbClr val="888888"/>
              </a:buClr>
              <a:buSzPts val="4800"/>
              <a:buNone/>
              <a:defRPr sz="4800">
                <a:solidFill>
                  <a:srgbClr val="888888"/>
                </a:solidFill>
              </a:defRPr>
            </a:lvl5pPr>
            <a:lvl6pPr indent="-228600" lvl="5" marL="2743200" algn="l">
              <a:lnSpc>
                <a:spcPct val="90000"/>
              </a:lnSpc>
              <a:spcBef>
                <a:spcPts val="1500"/>
              </a:spcBef>
              <a:spcAft>
                <a:spcPts val="0"/>
              </a:spcAft>
              <a:buClr>
                <a:srgbClr val="888888"/>
              </a:buClr>
              <a:buSzPts val="4800"/>
              <a:buNone/>
              <a:defRPr sz="4800">
                <a:solidFill>
                  <a:srgbClr val="888888"/>
                </a:solidFill>
              </a:defRPr>
            </a:lvl6pPr>
            <a:lvl7pPr indent="-228600" lvl="6" marL="3200400" algn="l">
              <a:lnSpc>
                <a:spcPct val="90000"/>
              </a:lnSpc>
              <a:spcBef>
                <a:spcPts val="1500"/>
              </a:spcBef>
              <a:spcAft>
                <a:spcPts val="0"/>
              </a:spcAft>
              <a:buClr>
                <a:srgbClr val="888888"/>
              </a:buClr>
              <a:buSzPts val="4800"/>
              <a:buNone/>
              <a:defRPr sz="4800">
                <a:solidFill>
                  <a:srgbClr val="888888"/>
                </a:solidFill>
              </a:defRPr>
            </a:lvl7pPr>
            <a:lvl8pPr indent="-228600" lvl="7" marL="3657600" algn="l">
              <a:lnSpc>
                <a:spcPct val="90000"/>
              </a:lnSpc>
              <a:spcBef>
                <a:spcPts val="1500"/>
              </a:spcBef>
              <a:spcAft>
                <a:spcPts val="0"/>
              </a:spcAft>
              <a:buClr>
                <a:srgbClr val="888888"/>
              </a:buClr>
              <a:buSzPts val="4800"/>
              <a:buNone/>
              <a:defRPr sz="4800">
                <a:solidFill>
                  <a:srgbClr val="888888"/>
                </a:solidFill>
              </a:defRPr>
            </a:lvl8pPr>
            <a:lvl9pPr indent="-228600" lvl="8" marL="4114800" algn="l">
              <a:lnSpc>
                <a:spcPct val="90000"/>
              </a:lnSpc>
              <a:spcBef>
                <a:spcPts val="1500"/>
              </a:spcBef>
              <a:spcAft>
                <a:spcPts val="0"/>
              </a:spcAft>
              <a:buClr>
                <a:srgbClr val="888888"/>
              </a:buClr>
              <a:buSzPts val="4800"/>
              <a:buNone/>
              <a:defRPr sz="4800">
                <a:solidFill>
                  <a:srgbClr val="888888"/>
                </a:solidFill>
              </a:defRPr>
            </a:lvl9pPr>
          </a:lstStyle>
          <a:p/>
        </p:txBody>
      </p:sp>
      <p:sp>
        <p:nvSpPr>
          <p:cNvPr id="34" name="Google Shape;34;p6"/>
          <p:cNvSpPr txBox="1"/>
          <p:nvPr>
            <p:ph idx="10" type="dt"/>
          </p:nvPr>
        </p:nvSpPr>
        <p:spPr>
          <a:xfrm>
            <a:off x="2514600" y="25425402"/>
            <a:ext cx="8229600" cy="146050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5" name="Google Shape;35;p6"/>
          <p:cNvSpPr txBox="1"/>
          <p:nvPr>
            <p:ph idx="11" type="ftr"/>
          </p:nvPr>
        </p:nvSpPr>
        <p:spPr>
          <a:xfrm>
            <a:off x="12115800" y="25425402"/>
            <a:ext cx="12344400" cy="1460500"/>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6" name="Google Shape;36;p6"/>
          <p:cNvSpPr txBox="1"/>
          <p:nvPr>
            <p:ph idx="12" type="sldNum"/>
          </p:nvPr>
        </p:nvSpPr>
        <p:spPr>
          <a:xfrm>
            <a:off x="25831800" y="25425402"/>
            <a:ext cx="8229600" cy="1460500"/>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37" name="Shape 37"/>
        <p:cNvGrpSpPr/>
        <p:nvPr/>
      </p:nvGrpSpPr>
      <p:grpSpPr>
        <a:xfrm>
          <a:off x="0" y="0"/>
          <a:ext cx="0" cy="0"/>
          <a:chOff x="0" y="0"/>
          <a:chExt cx="0" cy="0"/>
        </a:xfrm>
      </p:grpSpPr>
      <p:sp>
        <p:nvSpPr>
          <p:cNvPr id="38" name="Google Shape;38;p7"/>
          <p:cNvSpPr txBox="1"/>
          <p:nvPr>
            <p:ph type="title"/>
          </p:nvPr>
        </p:nvSpPr>
        <p:spPr>
          <a:xfrm>
            <a:off x="2514600" y="1460502"/>
            <a:ext cx="31546800" cy="5302252"/>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9" name="Google Shape;39;p7"/>
          <p:cNvSpPr txBox="1"/>
          <p:nvPr>
            <p:ph idx="1" type="body"/>
          </p:nvPr>
        </p:nvSpPr>
        <p:spPr>
          <a:xfrm>
            <a:off x="2514600" y="7302500"/>
            <a:ext cx="15544800" cy="17405352"/>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3000"/>
              </a:spcBef>
              <a:spcAft>
                <a:spcPts val="0"/>
              </a:spcAft>
              <a:buClr>
                <a:schemeClr val="dk1"/>
              </a:buClr>
              <a:buSzPts val="1800"/>
              <a:buChar char="•"/>
              <a:defRPr/>
            </a:lvl1pPr>
            <a:lvl2pPr indent="-342900" lvl="1" marL="914400" algn="l">
              <a:lnSpc>
                <a:spcPct val="90000"/>
              </a:lnSpc>
              <a:spcBef>
                <a:spcPts val="1500"/>
              </a:spcBef>
              <a:spcAft>
                <a:spcPts val="0"/>
              </a:spcAft>
              <a:buClr>
                <a:schemeClr val="dk1"/>
              </a:buClr>
              <a:buSzPts val="1800"/>
              <a:buChar char="•"/>
              <a:defRPr/>
            </a:lvl2pPr>
            <a:lvl3pPr indent="-342900" lvl="2" marL="1371600" algn="l">
              <a:lnSpc>
                <a:spcPct val="90000"/>
              </a:lnSpc>
              <a:spcBef>
                <a:spcPts val="1500"/>
              </a:spcBef>
              <a:spcAft>
                <a:spcPts val="0"/>
              </a:spcAft>
              <a:buClr>
                <a:schemeClr val="dk1"/>
              </a:buClr>
              <a:buSzPts val="1800"/>
              <a:buChar char="•"/>
              <a:defRPr/>
            </a:lvl3pPr>
            <a:lvl4pPr indent="-342900" lvl="3" marL="1828800" algn="l">
              <a:lnSpc>
                <a:spcPct val="90000"/>
              </a:lnSpc>
              <a:spcBef>
                <a:spcPts val="1500"/>
              </a:spcBef>
              <a:spcAft>
                <a:spcPts val="0"/>
              </a:spcAft>
              <a:buClr>
                <a:schemeClr val="dk1"/>
              </a:buClr>
              <a:buSzPts val="1800"/>
              <a:buChar char="•"/>
              <a:defRPr/>
            </a:lvl4pPr>
            <a:lvl5pPr indent="-342900" lvl="4" marL="2286000" algn="l">
              <a:lnSpc>
                <a:spcPct val="90000"/>
              </a:lnSpc>
              <a:spcBef>
                <a:spcPts val="1500"/>
              </a:spcBef>
              <a:spcAft>
                <a:spcPts val="0"/>
              </a:spcAft>
              <a:buClr>
                <a:schemeClr val="dk1"/>
              </a:buClr>
              <a:buSzPts val="1800"/>
              <a:buChar char="•"/>
              <a:defRPr/>
            </a:lvl5pPr>
            <a:lvl6pPr indent="-342900" lvl="5" marL="2743200" algn="l">
              <a:lnSpc>
                <a:spcPct val="90000"/>
              </a:lnSpc>
              <a:spcBef>
                <a:spcPts val="1500"/>
              </a:spcBef>
              <a:spcAft>
                <a:spcPts val="0"/>
              </a:spcAft>
              <a:buClr>
                <a:schemeClr val="dk1"/>
              </a:buClr>
              <a:buSzPts val="1800"/>
              <a:buChar char="•"/>
              <a:defRPr/>
            </a:lvl6pPr>
            <a:lvl7pPr indent="-342900" lvl="6" marL="3200400" algn="l">
              <a:lnSpc>
                <a:spcPct val="90000"/>
              </a:lnSpc>
              <a:spcBef>
                <a:spcPts val="1500"/>
              </a:spcBef>
              <a:spcAft>
                <a:spcPts val="0"/>
              </a:spcAft>
              <a:buClr>
                <a:schemeClr val="dk1"/>
              </a:buClr>
              <a:buSzPts val="1800"/>
              <a:buChar char="•"/>
              <a:defRPr/>
            </a:lvl7pPr>
            <a:lvl8pPr indent="-342900" lvl="7" marL="3657600" algn="l">
              <a:lnSpc>
                <a:spcPct val="90000"/>
              </a:lnSpc>
              <a:spcBef>
                <a:spcPts val="1500"/>
              </a:spcBef>
              <a:spcAft>
                <a:spcPts val="0"/>
              </a:spcAft>
              <a:buClr>
                <a:schemeClr val="dk1"/>
              </a:buClr>
              <a:buSzPts val="1800"/>
              <a:buChar char="•"/>
              <a:defRPr/>
            </a:lvl8pPr>
            <a:lvl9pPr indent="-342900" lvl="8" marL="4114800" algn="l">
              <a:lnSpc>
                <a:spcPct val="90000"/>
              </a:lnSpc>
              <a:spcBef>
                <a:spcPts val="1500"/>
              </a:spcBef>
              <a:spcAft>
                <a:spcPts val="0"/>
              </a:spcAft>
              <a:buClr>
                <a:schemeClr val="dk1"/>
              </a:buClr>
              <a:buSzPts val="1800"/>
              <a:buChar char="•"/>
              <a:defRPr/>
            </a:lvl9pPr>
          </a:lstStyle>
          <a:p/>
        </p:txBody>
      </p:sp>
      <p:sp>
        <p:nvSpPr>
          <p:cNvPr id="40" name="Google Shape;40;p7"/>
          <p:cNvSpPr txBox="1"/>
          <p:nvPr>
            <p:ph idx="2" type="body"/>
          </p:nvPr>
        </p:nvSpPr>
        <p:spPr>
          <a:xfrm>
            <a:off x="18516600" y="7302500"/>
            <a:ext cx="15544800" cy="17405352"/>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3000"/>
              </a:spcBef>
              <a:spcAft>
                <a:spcPts val="0"/>
              </a:spcAft>
              <a:buClr>
                <a:schemeClr val="dk1"/>
              </a:buClr>
              <a:buSzPts val="1800"/>
              <a:buChar char="•"/>
              <a:defRPr/>
            </a:lvl1pPr>
            <a:lvl2pPr indent="-342900" lvl="1" marL="914400" algn="l">
              <a:lnSpc>
                <a:spcPct val="90000"/>
              </a:lnSpc>
              <a:spcBef>
                <a:spcPts val="1500"/>
              </a:spcBef>
              <a:spcAft>
                <a:spcPts val="0"/>
              </a:spcAft>
              <a:buClr>
                <a:schemeClr val="dk1"/>
              </a:buClr>
              <a:buSzPts val="1800"/>
              <a:buChar char="•"/>
              <a:defRPr/>
            </a:lvl2pPr>
            <a:lvl3pPr indent="-342900" lvl="2" marL="1371600" algn="l">
              <a:lnSpc>
                <a:spcPct val="90000"/>
              </a:lnSpc>
              <a:spcBef>
                <a:spcPts val="1500"/>
              </a:spcBef>
              <a:spcAft>
                <a:spcPts val="0"/>
              </a:spcAft>
              <a:buClr>
                <a:schemeClr val="dk1"/>
              </a:buClr>
              <a:buSzPts val="1800"/>
              <a:buChar char="•"/>
              <a:defRPr/>
            </a:lvl3pPr>
            <a:lvl4pPr indent="-342900" lvl="3" marL="1828800" algn="l">
              <a:lnSpc>
                <a:spcPct val="90000"/>
              </a:lnSpc>
              <a:spcBef>
                <a:spcPts val="1500"/>
              </a:spcBef>
              <a:spcAft>
                <a:spcPts val="0"/>
              </a:spcAft>
              <a:buClr>
                <a:schemeClr val="dk1"/>
              </a:buClr>
              <a:buSzPts val="1800"/>
              <a:buChar char="•"/>
              <a:defRPr/>
            </a:lvl4pPr>
            <a:lvl5pPr indent="-342900" lvl="4" marL="2286000" algn="l">
              <a:lnSpc>
                <a:spcPct val="90000"/>
              </a:lnSpc>
              <a:spcBef>
                <a:spcPts val="1500"/>
              </a:spcBef>
              <a:spcAft>
                <a:spcPts val="0"/>
              </a:spcAft>
              <a:buClr>
                <a:schemeClr val="dk1"/>
              </a:buClr>
              <a:buSzPts val="1800"/>
              <a:buChar char="•"/>
              <a:defRPr/>
            </a:lvl5pPr>
            <a:lvl6pPr indent="-342900" lvl="5" marL="2743200" algn="l">
              <a:lnSpc>
                <a:spcPct val="90000"/>
              </a:lnSpc>
              <a:spcBef>
                <a:spcPts val="1500"/>
              </a:spcBef>
              <a:spcAft>
                <a:spcPts val="0"/>
              </a:spcAft>
              <a:buClr>
                <a:schemeClr val="dk1"/>
              </a:buClr>
              <a:buSzPts val="1800"/>
              <a:buChar char="•"/>
              <a:defRPr/>
            </a:lvl6pPr>
            <a:lvl7pPr indent="-342900" lvl="6" marL="3200400" algn="l">
              <a:lnSpc>
                <a:spcPct val="90000"/>
              </a:lnSpc>
              <a:spcBef>
                <a:spcPts val="1500"/>
              </a:spcBef>
              <a:spcAft>
                <a:spcPts val="0"/>
              </a:spcAft>
              <a:buClr>
                <a:schemeClr val="dk1"/>
              </a:buClr>
              <a:buSzPts val="1800"/>
              <a:buChar char="•"/>
              <a:defRPr/>
            </a:lvl7pPr>
            <a:lvl8pPr indent="-342900" lvl="7" marL="3657600" algn="l">
              <a:lnSpc>
                <a:spcPct val="90000"/>
              </a:lnSpc>
              <a:spcBef>
                <a:spcPts val="1500"/>
              </a:spcBef>
              <a:spcAft>
                <a:spcPts val="0"/>
              </a:spcAft>
              <a:buClr>
                <a:schemeClr val="dk1"/>
              </a:buClr>
              <a:buSzPts val="1800"/>
              <a:buChar char="•"/>
              <a:defRPr/>
            </a:lvl8pPr>
            <a:lvl9pPr indent="-342900" lvl="8" marL="4114800" algn="l">
              <a:lnSpc>
                <a:spcPct val="90000"/>
              </a:lnSpc>
              <a:spcBef>
                <a:spcPts val="1500"/>
              </a:spcBef>
              <a:spcAft>
                <a:spcPts val="0"/>
              </a:spcAft>
              <a:buClr>
                <a:schemeClr val="dk1"/>
              </a:buClr>
              <a:buSzPts val="1800"/>
              <a:buChar char="•"/>
              <a:defRPr/>
            </a:lvl9pPr>
          </a:lstStyle>
          <a:p/>
        </p:txBody>
      </p:sp>
      <p:sp>
        <p:nvSpPr>
          <p:cNvPr id="41" name="Google Shape;41;p7"/>
          <p:cNvSpPr txBox="1"/>
          <p:nvPr>
            <p:ph idx="10" type="dt"/>
          </p:nvPr>
        </p:nvSpPr>
        <p:spPr>
          <a:xfrm>
            <a:off x="2514600" y="25425402"/>
            <a:ext cx="8229600" cy="146050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2" name="Google Shape;42;p7"/>
          <p:cNvSpPr txBox="1"/>
          <p:nvPr>
            <p:ph idx="11" type="ftr"/>
          </p:nvPr>
        </p:nvSpPr>
        <p:spPr>
          <a:xfrm>
            <a:off x="12115800" y="25425402"/>
            <a:ext cx="12344400" cy="1460500"/>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3" name="Google Shape;43;p7"/>
          <p:cNvSpPr txBox="1"/>
          <p:nvPr>
            <p:ph idx="12" type="sldNum"/>
          </p:nvPr>
        </p:nvSpPr>
        <p:spPr>
          <a:xfrm>
            <a:off x="25831800" y="25425402"/>
            <a:ext cx="8229600" cy="1460500"/>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44" name="Shape 44"/>
        <p:cNvGrpSpPr/>
        <p:nvPr/>
      </p:nvGrpSpPr>
      <p:grpSpPr>
        <a:xfrm>
          <a:off x="0" y="0"/>
          <a:ext cx="0" cy="0"/>
          <a:chOff x="0" y="0"/>
          <a:chExt cx="0" cy="0"/>
        </a:xfrm>
      </p:grpSpPr>
      <p:sp>
        <p:nvSpPr>
          <p:cNvPr id="45" name="Google Shape;45;p8"/>
          <p:cNvSpPr txBox="1"/>
          <p:nvPr>
            <p:ph type="title"/>
          </p:nvPr>
        </p:nvSpPr>
        <p:spPr>
          <a:xfrm>
            <a:off x="2519364" y="1460502"/>
            <a:ext cx="31546800" cy="5302252"/>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6" name="Google Shape;46;p8"/>
          <p:cNvSpPr txBox="1"/>
          <p:nvPr>
            <p:ph idx="1" type="body"/>
          </p:nvPr>
        </p:nvSpPr>
        <p:spPr>
          <a:xfrm>
            <a:off x="2519366" y="6724652"/>
            <a:ext cx="15473361" cy="3295648"/>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3000"/>
              </a:spcBef>
              <a:spcAft>
                <a:spcPts val="0"/>
              </a:spcAft>
              <a:buClr>
                <a:schemeClr val="dk1"/>
              </a:buClr>
              <a:buSzPts val="7200"/>
              <a:buNone/>
              <a:defRPr b="1" sz="7200"/>
            </a:lvl1pPr>
            <a:lvl2pPr indent="-228600" lvl="1" marL="914400" algn="l">
              <a:lnSpc>
                <a:spcPct val="90000"/>
              </a:lnSpc>
              <a:spcBef>
                <a:spcPts val="1500"/>
              </a:spcBef>
              <a:spcAft>
                <a:spcPts val="0"/>
              </a:spcAft>
              <a:buClr>
                <a:schemeClr val="dk1"/>
              </a:buClr>
              <a:buSzPts val="6000"/>
              <a:buNone/>
              <a:defRPr b="1" sz="6000"/>
            </a:lvl2pPr>
            <a:lvl3pPr indent="-228600" lvl="2" marL="1371600" algn="l">
              <a:lnSpc>
                <a:spcPct val="90000"/>
              </a:lnSpc>
              <a:spcBef>
                <a:spcPts val="1500"/>
              </a:spcBef>
              <a:spcAft>
                <a:spcPts val="0"/>
              </a:spcAft>
              <a:buClr>
                <a:schemeClr val="dk1"/>
              </a:buClr>
              <a:buSzPts val="5400"/>
              <a:buNone/>
              <a:defRPr b="1" sz="5400"/>
            </a:lvl3pPr>
            <a:lvl4pPr indent="-228600" lvl="3" marL="1828800" algn="l">
              <a:lnSpc>
                <a:spcPct val="90000"/>
              </a:lnSpc>
              <a:spcBef>
                <a:spcPts val="1500"/>
              </a:spcBef>
              <a:spcAft>
                <a:spcPts val="0"/>
              </a:spcAft>
              <a:buClr>
                <a:schemeClr val="dk1"/>
              </a:buClr>
              <a:buSzPts val="4800"/>
              <a:buNone/>
              <a:defRPr b="1" sz="4800"/>
            </a:lvl4pPr>
            <a:lvl5pPr indent="-228600" lvl="4" marL="2286000" algn="l">
              <a:lnSpc>
                <a:spcPct val="90000"/>
              </a:lnSpc>
              <a:spcBef>
                <a:spcPts val="1500"/>
              </a:spcBef>
              <a:spcAft>
                <a:spcPts val="0"/>
              </a:spcAft>
              <a:buClr>
                <a:schemeClr val="dk1"/>
              </a:buClr>
              <a:buSzPts val="4800"/>
              <a:buNone/>
              <a:defRPr b="1" sz="4800"/>
            </a:lvl5pPr>
            <a:lvl6pPr indent="-228600" lvl="5" marL="2743200" algn="l">
              <a:lnSpc>
                <a:spcPct val="90000"/>
              </a:lnSpc>
              <a:spcBef>
                <a:spcPts val="1500"/>
              </a:spcBef>
              <a:spcAft>
                <a:spcPts val="0"/>
              </a:spcAft>
              <a:buClr>
                <a:schemeClr val="dk1"/>
              </a:buClr>
              <a:buSzPts val="4800"/>
              <a:buNone/>
              <a:defRPr b="1" sz="4800"/>
            </a:lvl6pPr>
            <a:lvl7pPr indent="-228600" lvl="6" marL="3200400" algn="l">
              <a:lnSpc>
                <a:spcPct val="90000"/>
              </a:lnSpc>
              <a:spcBef>
                <a:spcPts val="1500"/>
              </a:spcBef>
              <a:spcAft>
                <a:spcPts val="0"/>
              </a:spcAft>
              <a:buClr>
                <a:schemeClr val="dk1"/>
              </a:buClr>
              <a:buSzPts val="4800"/>
              <a:buNone/>
              <a:defRPr b="1" sz="4800"/>
            </a:lvl7pPr>
            <a:lvl8pPr indent="-228600" lvl="7" marL="3657600" algn="l">
              <a:lnSpc>
                <a:spcPct val="90000"/>
              </a:lnSpc>
              <a:spcBef>
                <a:spcPts val="1500"/>
              </a:spcBef>
              <a:spcAft>
                <a:spcPts val="0"/>
              </a:spcAft>
              <a:buClr>
                <a:schemeClr val="dk1"/>
              </a:buClr>
              <a:buSzPts val="4800"/>
              <a:buNone/>
              <a:defRPr b="1" sz="4800"/>
            </a:lvl8pPr>
            <a:lvl9pPr indent="-228600" lvl="8" marL="4114800" algn="l">
              <a:lnSpc>
                <a:spcPct val="90000"/>
              </a:lnSpc>
              <a:spcBef>
                <a:spcPts val="1500"/>
              </a:spcBef>
              <a:spcAft>
                <a:spcPts val="0"/>
              </a:spcAft>
              <a:buClr>
                <a:schemeClr val="dk1"/>
              </a:buClr>
              <a:buSzPts val="4800"/>
              <a:buNone/>
              <a:defRPr b="1" sz="4800"/>
            </a:lvl9pPr>
          </a:lstStyle>
          <a:p/>
        </p:txBody>
      </p:sp>
      <p:sp>
        <p:nvSpPr>
          <p:cNvPr id="47" name="Google Shape;47;p8"/>
          <p:cNvSpPr txBox="1"/>
          <p:nvPr>
            <p:ph idx="2" type="body"/>
          </p:nvPr>
        </p:nvSpPr>
        <p:spPr>
          <a:xfrm>
            <a:off x="2519366" y="10020300"/>
            <a:ext cx="15473361" cy="14738352"/>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3000"/>
              </a:spcBef>
              <a:spcAft>
                <a:spcPts val="0"/>
              </a:spcAft>
              <a:buClr>
                <a:schemeClr val="dk1"/>
              </a:buClr>
              <a:buSzPts val="1800"/>
              <a:buChar char="•"/>
              <a:defRPr/>
            </a:lvl1pPr>
            <a:lvl2pPr indent="-342900" lvl="1" marL="914400" algn="l">
              <a:lnSpc>
                <a:spcPct val="90000"/>
              </a:lnSpc>
              <a:spcBef>
                <a:spcPts val="1500"/>
              </a:spcBef>
              <a:spcAft>
                <a:spcPts val="0"/>
              </a:spcAft>
              <a:buClr>
                <a:schemeClr val="dk1"/>
              </a:buClr>
              <a:buSzPts val="1800"/>
              <a:buChar char="•"/>
              <a:defRPr/>
            </a:lvl2pPr>
            <a:lvl3pPr indent="-342900" lvl="2" marL="1371600" algn="l">
              <a:lnSpc>
                <a:spcPct val="90000"/>
              </a:lnSpc>
              <a:spcBef>
                <a:spcPts val="1500"/>
              </a:spcBef>
              <a:spcAft>
                <a:spcPts val="0"/>
              </a:spcAft>
              <a:buClr>
                <a:schemeClr val="dk1"/>
              </a:buClr>
              <a:buSzPts val="1800"/>
              <a:buChar char="•"/>
              <a:defRPr/>
            </a:lvl3pPr>
            <a:lvl4pPr indent="-342900" lvl="3" marL="1828800" algn="l">
              <a:lnSpc>
                <a:spcPct val="90000"/>
              </a:lnSpc>
              <a:spcBef>
                <a:spcPts val="1500"/>
              </a:spcBef>
              <a:spcAft>
                <a:spcPts val="0"/>
              </a:spcAft>
              <a:buClr>
                <a:schemeClr val="dk1"/>
              </a:buClr>
              <a:buSzPts val="1800"/>
              <a:buChar char="•"/>
              <a:defRPr/>
            </a:lvl4pPr>
            <a:lvl5pPr indent="-342900" lvl="4" marL="2286000" algn="l">
              <a:lnSpc>
                <a:spcPct val="90000"/>
              </a:lnSpc>
              <a:spcBef>
                <a:spcPts val="1500"/>
              </a:spcBef>
              <a:spcAft>
                <a:spcPts val="0"/>
              </a:spcAft>
              <a:buClr>
                <a:schemeClr val="dk1"/>
              </a:buClr>
              <a:buSzPts val="1800"/>
              <a:buChar char="•"/>
              <a:defRPr/>
            </a:lvl5pPr>
            <a:lvl6pPr indent="-342900" lvl="5" marL="2743200" algn="l">
              <a:lnSpc>
                <a:spcPct val="90000"/>
              </a:lnSpc>
              <a:spcBef>
                <a:spcPts val="1500"/>
              </a:spcBef>
              <a:spcAft>
                <a:spcPts val="0"/>
              </a:spcAft>
              <a:buClr>
                <a:schemeClr val="dk1"/>
              </a:buClr>
              <a:buSzPts val="1800"/>
              <a:buChar char="•"/>
              <a:defRPr/>
            </a:lvl6pPr>
            <a:lvl7pPr indent="-342900" lvl="6" marL="3200400" algn="l">
              <a:lnSpc>
                <a:spcPct val="90000"/>
              </a:lnSpc>
              <a:spcBef>
                <a:spcPts val="1500"/>
              </a:spcBef>
              <a:spcAft>
                <a:spcPts val="0"/>
              </a:spcAft>
              <a:buClr>
                <a:schemeClr val="dk1"/>
              </a:buClr>
              <a:buSzPts val="1800"/>
              <a:buChar char="•"/>
              <a:defRPr/>
            </a:lvl7pPr>
            <a:lvl8pPr indent="-342900" lvl="7" marL="3657600" algn="l">
              <a:lnSpc>
                <a:spcPct val="90000"/>
              </a:lnSpc>
              <a:spcBef>
                <a:spcPts val="1500"/>
              </a:spcBef>
              <a:spcAft>
                <a:spcPts val="0"/>
              </a:spcAft>
              <a:buClr>
                <a:schemeClr val="dk1"/>
              </a:buClr>
              <a:buSzPts val="1800"/>
              <a:buChar char="•"/>
              <a:defRPr/>
            </a:lvl8pPr>
            <a:lvl9pPr indent="-342900" lvl="8" marL="4114800" algn="l">
              <a:lnSpc>
                <a:spcPct val="90000"/>
              </a:lnSpc>
              <a:spcBef>
                <a:spcPts val="1500"/>
              </a:spcBef>
              <a:spcAft>
                <a:spcPts val="0"/>
              </a:spcAft>
              <a:buClr>
                <a:schemeClr val="dk1"/>
              </a:buClr>
              <a:buSzPts val="1800"/>
              <a:buChar char="•"/>
              <a:defRPr/>
            </a:lvl9pPr>
          </a:lstStyle>
          <a:p/>
        </p:txBody>
      </p:sp>
      <p:sp>
        <p:nvSpPr>
          <p:cNvPr id="48" name="Google Shape;48;p8"/>
          <p:cNvSpPr txBox="1"/>
          <p:nvPr>
            <p:ph idx="3" type="body"/>
          </p:nvPr>
        </p:nvSpPr>
        <p:spPr>
          <a:xfrm>
            <a:off x="18516600" y="6724652"/>
            <a:ext cx="15549564" cy="3295648"/>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3000"/>
              </a:spcBef>
              <a:spcAft>
                <a:spcPts val="0"/>
              </a:spcAft>
              <a:buClr>
                <a:schemeClr val="dk1"/>
              </a:buClr>
              <a:buSzPts val="7200"/>
              <a:buNone/>
              <a:defRPr b="1" sz="7200"/>
            </a:lvl1pPr>
            <a:lvl2pPr indent="-228600" lvl="1" marL="914400" algn="l">
              <a:lnSpc>
                <a:spcPct val="90000"/>
              </a:lnSpc>
              <a:spcBef>
                <a:spcPts val="1500"/>
              </a:spcBef>
              <a:spcAft>
                <a:spcPts val="0"/>
              </a:spcAft>
              <a:buClr>
                <a:schemeClr val="dk1"/>
              </a:buClr>
              <a:buSzPts val="6000"/>
              <a:buNone/>
              <a:defRPr b="1" sz="6000"/>
            </a:lvl2pPr>
            <a:lvl3pPr indent="-228600" lvl="2" marL="1371600" algn="l">
              <a:lnSpc>
                <a:spcPct val="90000"/>
              </a:lnSpc>
              <a:spcBef>
                <a:spcPts val="1500"/>
              </a:spcBef>
              <a:spcAft>
                <a:spcPts val="0"/>
              </a:spcAft>
              <a:buClr>
                <a:schemeClr val="dk1"/>
              </a:buClr>
              <a:buSzPts val="5400"/>
              <a:buNone/>
              <a:defRPr b="1" sz="5400"/>
            </a:lvl3pPr>
            <a:lvl4pPr indent="-228600" lvl="3" marL="1828800" algn="l">
              <a:lnSpc>
                <a:spcPct val="90000"/>
              </a:lnSpc>
              <a:spcBef>
                <a:spcPts val="1500"/>
              </a:spcBef>
              <a:spcAft>
                <a:spcPts val="0"/>
              </a:spcAft>
              <a:buClr>
                <a:schemeClr val="dk1"/>
              </a:buClr>
              <a:buSzPts val="4800"/>
              <a:buNone/>
              <a:defRPr b="1" sz="4800"/>
            </a:lvl4pPr>
            <a:lvl5pPr indent="-228600" lvl="4" marL="2286000" algn="l">
              <a:lnSpc>
                <a:spcPct val="90000"/>
              </a:lnSpc>
              <a:spcBef>
                <a:spcPts val="1500"/>
              </a:spcBef>
              <a:spcAft>
                <a:spcPts val="0"/>
              </a:spcAft>
              <a:buClr>
                <a:schemeClr val="dk1"/>
              </a:buClr>
              <a:buSzPts val="4800"/>
              <a:buNone/>
              <a:defRPr b="1" sz="4800"/>
            </a:lvl5pPr>
            <a:lvl6pPr indent="-228600" lvl="5" marL="2743200" algn="l">
              <a:lnSpc>
                <a:spcPct val="90000"/>
              </a:lnSpc>
              <a:spcBef>
                <a:spcPts val="1500"/>
              </a:spcBef>
              <a:spcAft>
                <a:spcPts val="0"/>
              </a:spcAft>
              <a:buClr>
                <a:schemeClr val="dk1"/>
              </a:buClr>
              <a:buSzPts val="4800"/>
              <a:buNone/>
              <a:defRPr b="1" sz="4800"/>
            </a:lvl6pPr>
            <a:lvl7pPr indent="-228600" lvl="6" marL="3200400" algn="l">
              <a:lnSpc>
                <a:spcPct val="90000"/>
              </a:lnSpc>
              <a:spcBef>
                <a:spcPts val="1500"/>
              </a:spcBef>
              <a:spcAft>
                <a:spcPts val="0"/>
              </a:spcAft>
              <a:buClr>
                <a:schemeClr val="dk1"/>
              </a:buClr>
              <a:buSzPts val="4800"/>
              <a:buNone/>
              <a:defRPr b="1" sz="4800"/>
            </a:lvl7pPr>
            <a:lvl8pPr indent="-228600" lvl="7" marL="3657600" algn="l">
              <a:lnSpc>
                <a:spcPct val="90000"/>
              </a:lnSpc>
              <a:spcBef>
                <a:spcPts val="1500"/>
              </a:spcBef>
              <a:spcAft>
                <a:spcPts val="0"/>
              </a:spcAft>
              <a:buClr>
                <a:schemeClr val="dk1"/>
              </a:buClr>
              <a:buSzPts val="4800"/>
              <a:buNone/>
              <a:defRPr b="1" sz="4800"/>
            </a:lvl8pPr>
            <a:lvl9pPr indent="-228600" lvl="8" marL="4114800" algn="l">
              <a:lnSpc>
                <a:spcPct val="90000"/>
              </a:lnSpc>
              <a:spcBef>
                <a:spcPts val="1500"/>
              </a:spcBef>
              <a:spcAft>
                <a:spcPts val="0"/>
              </a:spcAft>
              <a:buClr>
                <a:schemeClr val="dk1"/>
              </a:buClr>
              <a:buSzPts val="4800"/>
              <a:buNone/>
              <a:defRPr b="1" sz="4800"/>
            </a:lvl9pPr>
          </a:lstStyle>
          <a:p/>
        </p:txBody>
      </p:sp>
      <p:sp>
        <p:nvSpPr>
          <p:cNvPr id="49" name="Google Shape;49;p8"/>
          <p:cNvSpPr txBox="1"/>
          <p:nvPr>
            <p:ph idx="4" type="body"/>
          </p:nvPr>
        </p:nvSpPr>
        <p:spPr>
          <a:xfrm>
            <a:off x="18516600" y="10020300"/>
            <a:ext cx="15549564" cy="14738352"/>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3000"/>
              </a:spcBef>
              <a:spcAft>
                <a:spcPts val="0"/>
              </a:spcAft>
              <a:buClr>
                <a:schemeClr val="dk1"/>
              </a:buClr>
              <a:buSzPts val="1800"/>
              <a:buChar char="•"/>
              <a:defRPr/>
            </a:lvl1pPr>
            <a:lvl2pPr indent="-342900" lvl="1" marL="914400" algn="l">
              <a:lnSpc>
                <a:spcPct val="90000"/>
              </a:lnSpc>
              <a:spcBef>
                <a:spcPts val="1500"/>
              </a:spcBef>
              <a:spcAft>
                <a:spcPts val="0"/>
              </a:spcAft>
              <a:buClr>
                <a:schemeClr val="dk1"/>
              </a:buClr>
              <a:buSzPts val="1800"/>
              <a:buChar char="•"/>
              <a:defRPr/>
            </a:lvl2pPr>
            <a:lvl3pPr indent="-342900" lvl="2" marL="1371600" algn="l">
              <a:lnSpc>
                <a:spcPct val="90000"/>
              </a:lnSpc>
              <a:spcBef>
                <a:spcPts val="1500"/>
              </a:spcBef>
              <a:spcAft>
                <a:spcPts val="0"/>
              </a:spcAft>
              <a:buClr>
                <a:schemeClr val="dk1"/>
              </a:buClr>
              <a:buSzPts val="1800"/>
              <a:buChar char="•"/>
              <a:defRPr/>
            </a:lvl3pPr>
            <a:lvl4pPr indent="-342900" lvl="3" marL="1828800" algn="l">
              <a:lnSpc>
                <a:spcPct val="90000"/>
              </a:lnSpc>
              <a:spcBef>
                <a:spcPts val="1500"/>
              </a:spcBef>
              <a:spcAft>
                <a:spcPts val="0"/>
              </a:spcAft>
              <a:buClr>
                <a:schemeClr val="dk1"/>
              </a:buClr>
              <a:buSzPts val="1800"/>
              <a:buChar char="•"/>
              <a:defRPr/>
            </a:lvl4pPr>
            <a:lvl5pPr indent="-342900" lvl="4" marL="2286000" algn="l">
              <a:lnSpc>
                <a:spcPct val="90000"/>
              </a:lnSpc>
              <a:spcBef>
                <a:spcPts val="1500"/>
              </a:spcBef>
              <a:spcAft>
                <a:spcPts val="0"/>
              </a:spcAft>
              <a:buClr>
                <a:schemeClr val="dk1"/>
              </a:buClr>
              <a:buSzPts val="1800"/>
              <a:buChar char="•"/>
              <a:defRPr/>
            </a:lvl5pPr>
            <a:lvl6pPr indent="-342900" lvl="5" marL="2743200" algn="l">
              <a:lnSpc>
                <a:spcPct val="90000"/>
              </a:lnSpc>
              <a:spcBef>
                <a:spcPts val="1500"/>
              </a:spcBef>
              <a:spcAft>
                <a:spcPts val="0"/>
              </a:spcAft>
              <a:buClr>
                <a:schemeClr val="dk1"/>
              </a:buClr>
              <a:buSzPts val="1800"/>
              <a:buChar char="•"/>
              <a:defRPr/>
            </a:lvl6pPr>
            <a:lvl7pPr indent="-342900" lvl="6" marL="3200400" algn="l">
              <a:lnSpc>
                <a:spcPct val="90000"/>
              </a:lnSpc>
              <a:spcBef>
                <a:spcPts val="1500"/>
              </a:spcBef>
              <a:spcAft>
                <a:spcPts val="0"/>
              </a:spcAft>
              <a:buClr>
                <a:schemeClr val="dk1"/>
              </a:buClr>
              <a:buSzPts val="1800"/>
              <a:buChar char="•"/>
              <a:defRPr/>
            </a:lvl7pPr>
            <a:lvl8pPr indent="-342900" lvl="7" marL="3657600" algn="l">
              <a:lnSpc>
                <a:spcPct val="90000"/>
              </a:lnSpc>
              <a:spcBef>
                <a:spcPts val="1500"/>
              </a:spcBef>
              <a:spcAft>
                <a:spcPts val="0"/>
              </a:spcAft>
              <a:buClr>
                <a:schemeClr val="dk1"/>
              </a:buClr>
              <a:buSzPts val="1800"/>
              <a:buChar char="•"/>
              <a:defRPr/>
            </a:lvl8pPr>
            <a:lvl9pPr indent="-342900" lvl="8" marL="4114800" algn="l">
              <a:lnSpc>
                <a:spcPct val="90000"/>
              </a:lnSpc>
              <a:spcBef>
                <a:spcPts val="1500"/>
              </a:spcBef>
              <a:spcAft>
                <a:spcPts val="0"/>
              </a:spcAft>
              <a:buClr>
                <a:schemeClr val="dk1"/>
              </a:buClr>
              <a:buSzPts val="1800"/>
              <a:buChar char="•"/>
              <a:defRPr/>
            </a:lvl9pPr>
          </a:lstStyle>
          <a:p/>
        </p:txBody>
      </p:sp>
      <p:sp>
        <p:nvSpPr>
          <p:cNvPr id="50" name="Google Shape;50;p8"/>
          <p:cNvSpPr txBox="1"/>
          <p:nvPr>
            <p:ph idx="10" type="dt"/>
          </p:nvPr>
        </p:nvSpPr>
        <p:spPr>
          <a:xfrm>
            <a:off x="2514600" y="25425402"/>
            <a:ext cx="8229600" cy="146050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1" name="Google Shape;51;p8"/>
          <p:cNvSpPr txBox="1"/>
          <p:nvPr>
            <p:ph idx="11" type="ftr"/>
          </p:nvPr>
        </p:nvSpPr>
        <p:spPr>
          <a:xfrm>
            <a:off x="12115800" y="25425402"/>
            <a:ext cx="12344400" cy="1460500"/>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2" name="Google Shape;52;p8"/>
          <p:cNvSpPr txBox="1"/>
          <p:nvPr>
            <p:ph idx="12" type="sldNum"/>
          </p:nvPr>
        </p:nvSpPr>
        <p:spPr>
          <a:xfrm>
            <a:off x="25831800" y="25425402"/>
            <a:ext cx="8229600" cy="1460500"/>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53" name="Shape 53"/>
        <p:cNvGrpSpPr/>
        <p:nvPr/>
      </p:nvGrpSpPr>
      <p:grpSpPr>
        <a:xfrm>
          <a:off x="0" y="0"/>
          <a:ext cx="0" cy="0"/>
          <a:chOff x="0" y="0"/>
          <a:chExt cx="0" cy="0"/>
        </a:xfrm>
      </p:grpSpPr>
      <p:sp>
        <p:nvSpPr>
          <p:cNvPr id="54" name="Google Shape;54;p9"/>
          <p:cNvSpPr txBox="1"/>
          <p:nvPr>
            <p:ph type="title"/>
          </p:nvPr>
        </p:nvSpPr>
        <p:spPr>
          <a:xfrm>
            <a:off x="2514600" y="1460502"/>
            <a:ext cx="31546800" cy="5302252"/>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5" name="Google Shape;55;p9"/>
          <p:cNvSpPr txBox="1"/>
          <p:nvPr>
            <p:ph idx="10" type="dt"/>
          </p:nvPr>
        </p:nvSpPr>
        <p:spPr>
          <a:xfrm>
            <a:off x="2514600" y="25425402"/>
            <a:ext cx="8229600" cy="146050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6" name="Google Shape;56;p9"/>
          <p:cNvSpPr txBox="1"/>
          <p:nvPr>
            <p:ph idx="11" type="ftr"/>
          </p:nvPr>
        </p:nvSpPr>
        <p:spPr>
          <a:xfrm>
            <a:off x="12115800" y="25425402"/>
            <a:ext cx="12344400" cy="1460500"/>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7" name="Google Shape;57;p9"/>
          <p:cNvSpPr txBox="1"/>
          <p:nvPr>
            <p:ph idx="12" type="sldNum"/>
          </p:nvPr>
        </p:nvSpPr>
        <p:spPr>
          <a:xfrm>
            <a:off x="25831800" y="25425402"/>
            <a:ext cx="8229600" cy="1460500"/>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58" name="Shape 58"/>
        <p:cNvGrpSpPr/>
        <p:nvPr/>
      </p:nvGrpSpPr>
      <p:grpSpPr>
        <a:xfrm>
          <a:off x="0" y="0"/>
          <a:ext cx="0" cy="0"/>
          <a:chOff x="0" y="0"/>
          <a:chExt cx="0" cy="0"/>
        </a:xfrm>
      </p:grpSpPr>
      <p:sp>
        <p:nvSpPr>
          <p:cNvPr id="59" name="Google Shape;59;p10"/>
          <p:cNvSpPr txBox="1"/>
          <p:nvPr>
            <p:ph type="title"/>
          </p:nvPr>
        </p:nvSpPr>
        <p:spPr>
          <a:xfrm>
            <a:off x="2519366" y="1828800"/>
            <a:ext cx="11796711" cy="64008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9600"/>
              <a:buFont typeface="Calibri"/>
              <a:buNone/>
              <a:defRPr sz="96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0" name="Google Shape;60;p10"/>
          <p:cNvSpPr txBox="1"/>
          <p:nvPr>
            <p:ph idx="1" type="body"/>
          </p:nvPr>
        </p:nvSpPr>
        <p:spPr>
          <a:xfrm>
            <a:off x="15549564" y="3949702"/>
            <a:ext cx="18516600" cy="19494500"/>
          </a:xfrm>
          <a:prstGeom prst="rect">
            <a:avLst/>
          </a:prstGeom>
          <a:noFill/>
          <a:ln>
            <a:noFill/>
          </a:ln>
        </p:spPr>
        <p:txBody>
          <a:bodyPr anchorCtr="0" anchor="t" bIns="45700" lIns="91425" spcFirstLastPara="1" rIns="91425" wrap="square" tIns="45700">
            <a:normAutofit/>
          </a:bodyPr>
          <a:lstStyle>
            <a:lvl1pPr indent="-838200" lvl="0" marL="457200" algn="l">
              <a:lnSpc>
                <a:spcPct val="90000"/>
              </a:lnSpc>
              <a:spcBef>
                <a:spcPts val="3000"/>
              </a:spcBef>
              <a:spcAft>
                <a:spcPts val="0"/>
              </a:spcAft>
              <a:buClr>
                <a:schemeClr val="dk1"/>
              </a:buClr>
              <a:buSzPts val="9600"/>
              <a:buChar char="•"/>
              <a:defRPr sz="9600"/>
            </a:lvl1pPr>
            <a:lvl2pPr indent="-762000" lvl="1" marL="914400" algn="l">
              <a:lnSpc>
                <a:spcPct val="90000"/>
              </a:lnSpc>
              <a:spcBef>
                <a:spcPts val="1500"/>
              </a:spcBef>
              <a:spcAft>
                <a:spcPts val="0"/>
              </a:spcAft>
              <a:buClr>
                <a:schemeClr val="dk1"/>
              </a:buClr>
              <a:buSzPts val="8400"/>
              <a:buChar char="•"/>
              <a:defRPr sz="8400"/>
            </a:lvl2pPr>
            <a:lvl3pPr indent="-685800" lvl="2" marL="1371600" algn="l">
              <a:lnSpc>
                <a:spcPct val="90000"/>
              </a:lnSpc>
              <a:spcBef>
                <a:spcPts val="1500"/>
              </a:spcBef>
              <a:spcAft>
                <a:spcPts val="0"/>
              </a:spcAft>
              <a:buClr>
                <a:schemeClr val="dk1"/>
              </a:buClr>
              <a:buSzPts val="7200"/>
              <a:buChar char="•"/>
              <a:defRPr sz="7200"/>
            </a:lvl3pPr>
            <a:lvl4pPr indent="-609600" lvl="3" marL="1828800" algn="l">
              <a:lnSpc>
                <a:spcPct val="90000"/>
              </a:lnSpc>
              <a:spcBef>
                <a:spcPts val="1500"/>
              </a:spcBef>
              <a:spcAft>
                <a:spcPts val="0"/>
              </a:spcAft>
              <a:buClr>
                <a:schemeClr val="dk1"/>
              </a:buClr>
              <a:buSzPts val="6000"/>
              <a:buChar char="•"/>
              <a:defRPr sz="6000"/>
            </a:lvl4pPr>
            <a:lvl5pPr indent="-609600" lvl="4" marL="2286000" algn="l">
              <a:lnSpc>
                <a:spcPct val="90000"/>
              </a:lnSpc>
              <a:spcBef>
                <a:spcPts val="1500"/>
              </a:spcBef>
              <a:spcAft>
                <a:spcPts val="0"/>
              </a:spcAft>
              <a:buClr>
                <a:schemeClr val="dk1"/>
              </a:buClr>
              <a:buSzPts val="6000"/>
              <a:buChar char="•"/>
              <a:defRPr sz="6000"/>
            </a:lvl5pPr>
            <a:lvl6pPr indent="-609600" lvl="5" marL="2743200" algn="l">
              <a:lnSpc>
                <a:spcPct val="90000"/>
              </a:lnSpc>
              <a:spcBef>
                <a:spcPts val="1500"/>
              </a:spcBef>
              <a:spcAft>
                <a:spcPts val="0"/>
              </a:spcAft>
              <a:buClr>
                <a:schemeClr val="dk1"/>
              </a:buClr>
              <a:buSzPts val="6000"/>
              <a:buChar char="•"/>
              <a:defRPr sz="6000"/>
            </a:lvl6pPr>
            <a:lvl7pPr indent="-609600" lvl="6" marL="3200400" algn="l">
              <a:lnSpc>
                <a:spcPct val="90000"/>
              </a:lnSpc>
              <a:spcBef>
                <a:spcPts val="1500"/>
              </a:spcBef>
              <a:spcAft>
                <a:spcPts val="0"/>
              </a:spcAft>
              <a:buClr>
                <a:schemeClr val="dk1"/>
              </a:buClr>
              <a:buSzPts val="6000"/>
              <a:buChar char="•"/>
              <a:defRPr sz="6000"/>
            </a:lvl7pPr>
            <a:lvl8pPr indent="-609600" lvl="7" marL="3657600" algn="l">
              <a:lnSpc>
                <a:spcPct val="90000"/>
              </a:lnSpc>
              <a:spcBef>
                <a:spcPts val="1500"/>
              </a:spcBef>
              <a:spcAft>
                <a:spcPts val="0"/>
              </a:spcAft>
              <a:buClr>
                <a:schemeClr val="dk1"/>
              </a:buClr>
              <a:buSzPts val="6000"/>
              <a:buChar char="•"/>
              <a:defRPr sz="6000"/>
            </a:lvl8pPr>
            <a:lvl9pPr indent="-609600" lvl="8" marL="4114800" algn="l">
              <a:lnSpc>
                <a:spcPct val="90000"/>
              </a:lnSpc>
              <a:spcBef>
                <a:spcPts val="1500"/>
              </a:spcBef>
              <a:spcAft>
                <a:spcPts val="0"/>
              </a:spcAft>
              <a:buClr>
                <a:schemeClr val="dk1"/>
              </a:buClr>
              <a:buSzPts val="6000"/>
              <a:buChar char="•"/>
              <a:defRPr sz="6000"/>
            </a:lvl9pPr>
          </a:lstStyle>
          <a:p/>
        </p:txBody>
      </p:sp>
      <p:sp>
        <p:nvSpPr>
          <p:cNvPr id="61" name="Google Shape;61;p10"/>
          <p:cNvSpPr txBox="1"/>
          <p:nvPr>
            <p:ph idx="2" type="body"/>
          </p:nvPr>
        </p:nvSpPr>
        <p:spPr>
          <a:xfrm>
            <a:off x="2519366" y="8229600"/>
            <a:ext cx="11796711" cy="15246352"/>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3000"/>
              </a:spcBef>
              <a:spcAft>
                <a:spcPts val="0"/>
              </a:spcAft>
              <a:buClr>
                <a:schemeClr val="dk1"/>
              </a:buClr>
              <a:buSzPts val="4800"/>
              <a:buNone/>
              <a:defRPr sz="4800"/>
            </a:lvl1pPr>
            <a:lvl2pPr indent="-228600" lvl="1" marL="914400" algn="l">
              <a:lnSpc>
                <a:spcPct val="90000"/>
              </a:lnSpc>
              <a:spcBef>
                <a:spcPts val="1500"/>
              </a:spcBef>
              <a:spcAft>
                <a:spcPts val="0"/>
              </a:spcAft>
              <a:buClr>
                <a:schemeClr val="dk1"/>
              </a:buClr>
              <a:buSzPts val="4200"/>
              <a:buNone/>
              <a:defRPr sz="4200"/>
            </a:lvl2pPr>
            <a:lvl3pPr indent="-228600" lvl="2" marL="1371600" algn="l">
              <a:lnSpc>
                <a:spcPct val="90000"/>
              </a:lnSpc>
              <a:spcBef>
                <a:spcPts val="1500"/>
              </a:spcBef>
              <a:spcAft>
                <a:spcPts val="0"/>
              </a:spcAft>
              <a:buClr>
                <a:schemeClr val="dk1"/>
              </a:buClr>
              <a:buSzPts val="3600"/>
              <a:buNone/>
              <a:defRPr sz="3600"/>
            </a:lvl3pPr>
            <a:lvl4pPr indent="-228600" lvl="3" marL="1828800" algn="l">
              <a:lnSpc>
                <a:spcPct val="90000"/>
              </a:lnSpc>
              <a:spcBef>
                <a:spcPts val="1500"/>
              </a:spcBef>
              <a:spcAft>
                <a:spcPts val="0"/>
              </a:spcAft>
              <a:buClr>
                <a:schemeClr val="dk1"/>
              </a:buClr>
              <a:buSzPts val="3000"/>
              <a:buNone/>
              <a:defRPr sz="3000"/>
            </a:lvl4pPr>
            <a:lvl5pPr indent="-228600" lvl="4" marL="2286000" algn="l">
              <a:lnSpc>
                <a:spcPct val="90000"/>
              </a:lnSpc>
              <a:spcBef>
                <a:spcPts val="1500"/>
              </a:spcBef>
              <a:spcAft>
                <a:spcPts val="0"/>
              </a:spcAft>
              <a:buClr>
                <a:schemeClr val="dk1"/>
              </a:buClr>
              <a:buSzPts val="3000"/>
              <a:buNone/>
              <a:defRPr sz="3000"/>
            </a:lvl5pPr>
            <a:lvl6pPr indent="-228600" lvl="5" marL="2743200" algn="l">
              <a:lnSpc>
                <a:spcPct val="90000"/>
              </a:lnSpc>
              <a:spcBef>
                <a:spcPts val="1500"/>
              </a:spcBef>
              <a:spcAft>
                <a:spcPts val="0"/>
              </a:spcAft>
              <a:buClr>
                <a:schemeClr val="dk1"/>
              </a:buClr>
              <a:buSzPts val="3000"/>
              <a:buNone/>
              <a:defRPr sz="3000"/>
            </a:lvl6pPr>
            <a:lvl7pPr indent="-228600" lvl="6" marL="3200400" algn="l">
              <a:lnSpc>
                <a:spcPct val="90000"/>
              </a:lnSpc>
              <a:spcBef>
                <a:spcPts val="1500"/>
              </a:spcBef>
              <a:spcAft>
                <a:spcPts val="0"/>
              </a:spcAft>
              <a:buClr>
                <a:schemeClr val="dk1"/>
              </a:buClr>
              <a:buSzPts val="3000"/>
              <a:buNone/>
              <a:defRPr sz="3000"/>
            </a:lvl7pPr>
            <a:lvl8pPr indent="-228600" lvl="7" marL="3657600" algn="l">
              <a:lnSpc>
                <a:spcPct val="90000"/>
              </a:lnSpc>
              <a:spcBef>
                <a:spcPts val="1500"/>
              </a:spcBef>
              <a:spcAft>
                <a:spcPts val="0"/>
              </a:spcAft>
              <a:buClr>
                <a:schemeClr val="dk1"/>
              </a:buClr>
              <a:buSzPts val="3000"/>
              <a:buNone/>
              <a:defRPr sz="3000"/>
            </a:lvl8pPr>
            <a:lvl9pPr indent="-228600" lvl="8" marL="4114800" algn="l">
              <a:lnSpc>
                <a:spcPct val="90000"/>
              </a:lnSpc>
              <a:spcBef>
                <a:spcPts val="1500"/>
              </a:spcBef>
              <a:spcAft>
                <a:spcPts val="0"/>
              </a:spcAft>
              <a:buClr>
                <a:schemeClr val="dk1"/>
              </a:buClr>
              <a:buSzPts val="3000"/>
              <a:buNone/>
              <a:defRPr sz="3000"/>
            </a:lvl9pPr>
          </a:lstStyle>
          <a:p/>
        </p:txBody>
      </p:sp>
      <p:sp>
        <p:nvSpPr>
          <p:cNvPr id="62" name="Google Shape;62;p10"/>
          <p:cNvSpPr txBox="1"/>
          <p:nvPr>
            <p:ph idx="10" type="dt"/>
          </p:nvPr>
        </p:nvSpPr>
        <p:spPr>
          <a:xfrm>
            <a:off x="2514600" y="25425402"/>
            <a:ext cx="8229600" cy="146050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3" name="Google Shape;63;p10"/>
          <p:cNvSpPr txBox="1"/>
          <p:nvPr>
            <p:ph idx="11" type="ftr"/>
          </p:nvPr>
        </p:nvSpPr>
        <p:spPr>
          <a:xfrm>
            <a:off x="12115800" y="25425402"/>
            <a:ext cx="12344400" cy="1460500"/>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4" name="Google Shape;64;p10"/>
          <p:cNvSpPr txBox="1"/>
          <p:nvPr>
            <p:ph idx="12" type="sldNum"/>
          </p:nvPr>
        </p:nvSpPr>
        <p:spPr>
          <a:xfrm>
            <a:off x="25831800" y="25425402"/>
            <a:ext cx="8229600" cy="1460500"/>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65" name="Shape 65"/>
        <p:cNvGrpSpPr/>
        <p:nvPr/>
      </p:nvGrpSpPr>
      <p:grpSpPr>
        <a:xfrm>
          <a:off x="0" y="0"/>
          <a:ext cx="0" cy="0"/>
          <a:chOff x="0" y="0"/>
          <a:chExt cx="0" cy="0"/>
        </a:xfrm>
      </p:grpSpPr>
      <p:sp>
        <p:nvSpPr>
          <p:cNvPr id="66" name="Google Shape;66;p11"/>
          <p:cNvSpPr txBox="1"/>
          <p:nvPr>
            <p:ph type="title"/>
          </p:nvPr>
        </p:nvSpPr>
        <p:spPr>
          <a:xfrm>
            <a:off x="2519366" y="1828800"/>
            <a:ext cx="11796711" cy="64008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9600"/>
              <a:buFont typeface="Calibri"/>
              <a:buNone/>
              <a:defRPr sz="96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7" name="Google Shape;67;p11"/>
          <p:cNvSpPr/>
          <p:nvPr>
            <p:ph idx="2" type="pic"/>
          </p:nvPr>
        </p:nvSpPr>
        <p:spPr>
          <a:xfrm>
            <a:off x="15549564" y="3949702"/>
            <a:ext cx="18516600" cy="19494500"/>
          </a:xfrm>
          <a:prstGeom prst="rect">
            <a:avLst/>
          </a:prstGeom>
          <a:noFill/>
          <a:ln>
            <a:noFill/>
          </a:ln>
        </p:spPr>
      </p:sp>
      <p:sp>
        <p:nvSpPr>
          <p:cNvPr id="68" name="Google Shape;68;p11"/>
          <p:cNvSpPr txBox="1"/>
          <p:nvPr>
            <p:ph idx="1" type="body"/>
          </p:nvPr>
        </p:nvSpPr>
        <p:spPr>
          <a:xfrm>
            <a:off x="2519366" y="8229600"/>
            <a:ext cx="11796711" cy="15246352"/>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3000"/>
              </a:spcBef>
              <a:spcAft>
                <a:spcPts val="0"/>
              </a:spcAft>
              <a:buClr>
                <a:schemeClr val="dk1"/>
              </a:buClr>
              <a:buSzPts val="4800"/>
              <a:buNone/>
              <a:defRPr sz="4800"/>
            </a:lvl1pPr>
            <a:lvl2pPr indent="-228600" lvl="1" marL="914400" algn="l">
              <a:lnSpc>
                <a:spcPct val="90000"/>
              </a:lnSpc>
              <a:spcBef>
                <a:spcPts val="1500"/>
              </a:spcBef>
              <a:spcAft>
                <a:spcPts val="0"/>
              </a:spcAft>
              <a:buClr>
                <a:schemeClr val="dk1"/>
              </a:buClr>
              <a:buSzPts val="4200"/>
              <a:buNone/>
              <a:defRPr sz="4200"/>
            </a:lvl2pPr>
            <a:lvl3pPr indent="-228600" lvl="2" marL="1371600" algn="l">
              <a:lnSpc>
                <a:spcPct val="90000"/>
              </a:lnSpc>
              <a:spcBef>
                <a:spcPts val="1500"/>
              </a:spcBef>
              <a:spcAft>
                <a:spcPts val="0"/>
              </a:spcAft>
              <a:buClr>
                <a:schemeClr val="dk1"/>
              </a:buClr>
              <a:buSzPts val="3600"/>
              <a:buNone/>
              <a:defRPr sz="3600"/>
            </a:lvl3pPr>
            <a:lvl4pPr indent="-228600" lvl="3" marL="1828800" algn="l">
              <a:lnSpc>
                <a:spcPct val="90000"/>
              </a:lnSpc>
              <a:spcBef>
                <a:spcPts val="1500"/>
              </a:spcBef>
              <a:spcAft>
                <a:spcPts val="0"/>
              </a:spcAft>
              <a:buClr>
                <a:schemeClr val="dk1"/>
              </a:buClr>
              <a:buSzPts val="3000"/>
              <a:buNone/>
              <a:defRPr sz="3000"/>
            </a:lvl4pPr>
            <a:lvl5pPr indent="-228600" lvl="4" marL="2286000" algn="l">
              <a:lnSpc>
                <a:spcPct val="90000"/>
              </a:lnSpc>
              <a:spcBef>
                <a:spcPts val="1500"/>
              </a:spcBef>
              <a:spcAft>
                <a:spcPts val="0"/>
              </a:spcAft>
              <a:buClr>
                <a:schemeClr val="dk1"/>
              </a:buClr>
              <a:buSzPts val="3000"/>
              <a:buNone/>
              <a:defRPr sz="3000"/>
            </a:lvl5pPr>
            <a:lvl6pPr indent="-228600" lvl="5" marL="2743200" algn="l">
              <a:lnSpc>
                <a:spcPct val="90000"/>
              </a:lnSpc>
              <a:spcBef>
                <a:spcPts val="1500"/>
              </a:spcBef>
              <a:spcAft>
                <a:spcPts val="0"/>
              </a:spcAft>
              <a:buClr>
                <a:schemeClr val="dk1"/>
              </a:buClr>
              <a:buSzPts val="3000"/>
              <a:buNone/>
              <a:defRPr sz="3000"/>
            </a:lvl6pPr>
            <a:lvl7pPr indent="-228600" lvl="6" marL="3200400" algn="l">
              <a:lnSpc>
                <a:spcPct val="90000"/>
              </a:lnSpc>
              <a:spcBef>
                <a:spcPts val="1500"/>
              </a:spcBef>
              <a:spcAft>
                <a:spcPts val="0"/>
              </a:spcAft>
              <a:buClr>
                <a:schemeClr val="dk1"/>
              </a:buClr>
              <a:buSzPts val="3000"/>
              <a:buNone/>
              <a:defRPr sz="3000"/>
            </a:lvl7pPr>
            <a:lvl8pPr indent="-228600" lvl="7" marL="3657600" algn="l">
              <a:lnSpc>
                <a:spcPct val="90000"/>
              </a:lnSpc>
              <a:spcBef>
                <a:spcPts val="1500"/>
              </a:spcBef>
              <a:spcAft>
                <a:spcPts val="0"/>
              </a:spcAft>
              <a:buClr>
                <a:schemeClr val="dk1"/>
              </a:buClr>
              <a:buSzPts val="3000"/>
              <a:buNone/>
              <a:defRPr sz="3000"/>
            </a:lvl8pPr>
            <a:lvl9pPr indent="-228600" lvl="8" marL="4114800" algn="l">
              <a:lnSpc>
                <a:spcPct val="90000"/>
              </a:lnSpc>
              <a:spcBef>
                <a:spcPts val="1500"/>
              </a:spcBef>
              <a:spcAft>
                <a:spcPts val="0"/>
              </a:spcAft>
              <a:buClr>
                <a:schemeClr val="dk1"/>
              </a:buClr>
              <a:buSzPts val="3000"/>
              <a:buNone/>
              <a:defRPr sz="3000"/>
            </a:lvl9pPr>
          </a:lstStyle>
          <a:p/>
        </p:txBody>
      </p:sp>
      <p:sp>
        <p:nvSpPr>
          <p:cNvPr id="69" name="Google Shape;69;p11"/>
          <p:cNvSpPr txBox="1"/>
          <p:nvPr>
            <p:ph idx="10" type="dt"/>
          </p:nvPr>
        </p:nvSpPr>
        <p:spPr>
          <a:xfrm>
            <a:off x="2514600" y="25425402"/>
            <a:ext cx="8229600" cy="146050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0" name="Google Shape;70;p11"/>
          <p:cNvSpPr txBox="1"/>
          <p:nvPr>
            <p:ph idx="11" type="ftr"/>
          </p:nvPr>
        </p:nvSpPr>
        <p:spPr>
          <a:xfrm>
            <a:off x="12115800" y="25425402"/>
            <a:ext cx="12344400" cy="1460500"/>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1" name="Google Shape;71;p11"/>
          <p:cNvSpPr txBox="1"/>
          <p:nvPr>
            <p:ph idx="12" type="sldNum"/>
          </p:nvPr>
        </p:nvSpPr>
        <p:spPr>
          <a:xfrm>
            <a:off x="25831800" y="25425402"/>
            <a:ext cx="8229600" cy="1460500"/>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72" name="Shape 72"/>
        <p:cNvGrpSpPr/>
        <p:nvPr/>
      </p:nvGrpSpPr>
      <p:grpSpPr>
        <a:xfrm>
          <a:off x="0" y="0"/>
          <a:ext cx="0" cy="0"/>
          <a:chOff x="0" y="0"/>
          <a:chExt cx="0" cy="0"/>
        </a:xfrm>
      </p:grpSpPr>
      <p:sp>
        <p:nvSpPr>
          <p:cNvPr id="73" name="Google Shape;73;p12"/>
          <p:cNvSpPr txBox="1"/>
          <p:nvPr>
            <p:ph type="title"/>
          </p:nvPr>
        </p:nvSpPr>
        <p:spPr>
          <a:xfrm>
            <a:off x="2514600" y="1460502"/>
            <a:ext cx="31546800" cy="5302252"/>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4" name="Google Shape;74;p12"/>
          <p:cNvSpPr txBox="1"/>
          <p:nvPr>
            <p:ph idx="1" type="body"/>
          </p:nvPr>
        </p:nvSpPr>
        <p:spPr>
          <a:xfrm rot="5400000">
            <a:off x="9585324" y="231776"/>
            <a:ext cx="17405352" cy="315468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3000"/>
              </a:spcBef>
              <a:spcAft>
                <a:spcPts val="0"/>
              </a:spcAft>
              <a:buClr>
                <a:schemeClr val="dk1"/>
              </a:buClr>
              <a:buSzPts val="1800"/>
              <a:buChar char="•"/>
              <a:defRPr/>
            </a:lvl1pPr>
            <a:lvl2pPr indent="-342900" lvl="1" marL="914400" algn="l">
              <a:lnSpc>
                <a:spcPct val="90000"/>
              </a:lnSpc>
              <a:spcBef>
                <a:spcPts val="1500"/>
              </a:spcBef>
              <a:spcAft>
                <a:spcPts val="0"/>
              </a:spcAft>
              <a:buClr>
                <a:schemeClr val="dk1"/>
              </a:buClr>
              <a:buSzPts val="1800"/>
              <a:buChar char="•"/>
              <a:defRPr/>
            </a:lvl2pPr>
            <a:lvl3pPr indent="-342900" lvl="2" marL="1371600" algn="l">
              <a:lnSpc>
                <a:spcPct val="90000"/>
              </a:lnSpc>
              <a:spcBef>
                <a:spcPts val="1500"/>
              </a:spcBef>
              <a:spcAft>
                <a:spcPts val="0"/>
              </a:spcAft>
              <a:buClr>
                <a:schemeClr val="dk1"/>
              </a:buClr>
              <a:buSzPts val="1800"/>
              <a:buChar char="•"/>
              <a:defRPr/>
            </a:lvl3pPr>
            <a:lvl4pPr indent="-342900" lvl="3" marL="1828800" algn="l">
              <a:lnSpc>
                <a:spcPct val="90000"/>
              </a:lnSpc>
              <a:spcBef>
                <a:spcPts val="1500"/>
              </a:spcBef>
              <a:spcAft>
                <a:spcPts val="0"/>
              </a:spcAft>
              <a:buClr>
                <a:schemeClr val="dk1"/>
              </a:buClr>
              <a:buSzPts val="1800"/>
              <a:buChar char="•"/>
              <a:defRPr/>
            </a:lvl4pPr>
            <a:lvl5pPr indent="-342900" lvl="4" marL="2286000" algn="l">
              <a:lnSpc>
                <a:spcPct val="90000"/>
              </a:lnSpc>
              <a:spcBef>
                <a:spcPts val="1500"/>
              </a:spcBef>
              <a:spcAft>
                <a:spcPts val="0"/>
              </a:spcAft>
              <a:buClr>
                <a:schemeClr val="dk1"/>
              </a:buClr>
              <a:buSzPts val="1800"/>
              <a:buChar char="•"/>
              <a:defRPr/>
            </a:lvl5pPr>
            <a:lvl6pPr indent="-342900" lvl="5" marL="2743200" algn="l">
              <a:lnSpc>
                <a:spcPct val="90000"/>
              </a:lnSpc>
              <a:spcBef>
                <a:spcPts val="1500"/>
              </a:spcBef>
              <a:spcAft>
                <a:spcPts val="0"/>
              </a:spcAft>
              <a:buClr>
                <a:schemeClr val="dk1"/>
              </a:buClr>
              <a:buSzPts val="1800"/>
              <a:buChar char="•"/>
              <a:defRPr/>
            </a:lvl6pPr>
            <a:lvl7pPr indent="-342900" lvl="6" marL="3200400" algn="l">
              <a:lnSpc>
                <a:spcPct val="90000"/>
              </a:lnSpc>
              <a:spcBef>
                <a:spcPts val="1500"/>
              </a:spcBef>
              <a:spcAft>
                <a:spcPts val="0"/>
              </a:spcAft>
              <a:buClr>
                <a:schemeClr val="dk1"/>
              </a:buClr>
              <a:buSzPts val="1800"/>
              <a:buChar char="•"/>
              <a:defRPr/>
            </a:lvl7pPr>
            <a:lvl8pPr indent="-342900" lvl="7" marL="3657600" algn="l">
              <a:lnSpc>
                <a:spcPct val="90000"/>
              </a:lnSpc>
              <a:spcBef>
                <a:spcPts val="1500"/>
              </a:spcBef>
              <a:spcAft>
                <a:spcPts val="0"/>
              </a:spcAft>
              <a:buClr>
                <a:schemeClr val="dk1"/>
              </a:buClr>
              <a:buSzPts val="1800"/>
              <a:buChar char="•"/>
              <a:defRPr/>
            </a:lvl8pPr>
            <a:lvl9pPr indent="-342900" lvl="8" marL="4114800" algn="l">
              <a:lnSpc>
                <a:spcPct val="90000"/>
              </a:lnSpc>
              <a:spcBef>
                <a:spcPts val="1500"/>
              </a:spcBef>
              <a:spcAft>
                <a:spcPts val="0"/>
              </a:spcAft>
              <a:buClr>
                <a:schemeClr val="dk1"/>
              </a:buClr>
              <a:buSzPts val="1800"/>
              <a:buChar char="•"/>
              <a:defRPr/>
            </a:lvl9pPr>
          </a:lstStyle>
          <a:p/>
        </p:txBody>
      </p:sp>
      <p:sp>
        <p:nvSpPr>
          <p:cNvPr id="75" name="Google Shape;75;p12"/>
          <p:cNvSpPr txBox="1"/>
          <p:nvPr>
            <p:ph idx="10" type="dt"/>
          </p:nvPr>
        </p:nvSpPr>
        <p:spPr>
          <a:xfrm>
            <a:off x="2514600" y="25425402"/>
            <a:ext cx="8229600" cy="146050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6" name="Google Shape;76;p12"/>
          <p:cNvSpPr txBox="1"/>
          <p:nvPr>
            <p:ph idx="11" type="ftr"/>
          </p:nvPr>
        </p:nvSpPr>
        <p:spPr>
          <a:xfrm>
            <a:off x="12115800" y="25425402"/>
            <a:ext cx="12344400" cy="1460500"/>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7" name="Google Shape;77;p12"/>
          <p:cNvSpPr txBox="1"/>
          <p:nvPr>
            <p:ph idx="12" type="sldNum"/>
          </p:nvPr>
        </p:nvSpPr>
        <p:spPr>
          <a:xfrm>
            <a:off x="25831800" y="25425402"/>
            <a:ext cx="8229600" cy="1460500"/>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78" name="Shape 78"/>
        <p:cNvGrpSpPr/>
        <p:nvPr/>
      </p:nvGrpSpPr>
      <p:grpSpPr>
        <a:xfrm>
          <a:off x="0" y="0"/>
          <a:ext cx="0" cy="0"/>
          <a:chOff x="0" y="0"/>
          <a:chExt cx="0" cy="0"/>
        </a:xfrm>
      </p:grpSpPr>
      <p:sp>
        <p:nvSpPr>
          <p:cNvPr id="79" name="Google Shape;79;p13"/>
          <p:cNvSpPr txBox="1"/>
          <p:nvPr>
            <p:ph type="title"/>
          </p:nvPr>
        </p:nvSpPr>
        <p:spPr>
          <a:xfrm rot="5400000">
            <a:off x="18494374" y="9140826"/>
            <a:ext cx="23247352" cy="7886700"/>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80" name="Google Shape;80;p13"/>
          <p:cNvSpPr txBox="1"/>
          <p:nvPr>
            <p:ph idx="1" type="body"/>
          </p:nvPr>
        </p:nvSpPr>
        <p:spPr>
          <a:xfrm rot="5400000">
            <a:off x="2492374" y="1482726"/>
            <a:ext cx="23247352" cy="232029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3000"/>
              </a:spcBef>
              <a:spcAft>
                <a:spcPts val="0"/>
              </a:spcAft>
              <a:buClr>
                <a:schemeClr val="dk1"/>
              </a:buClr>
              <a:buSzPts val="1800"/>
              <a:buChar char="•"/>
              <a:defRPr/>
            </a:lvl1pPr>
            <a:lvl2pPr indent="-342900" lvl="1" marL="914400" algn="l">
              <a:lnSpc>
                <a:spcPct val="90000"/>
              </a:lnSpc>
              <a:spcBef>
                <a:spcPts val="1500"/>
              </a:spcBef>
              <a:spcAft>
                <a:spcPts val="0"/>
              </a:spcAft>
              <a:buClr>
                <a:schemeClr val="dk1"/>
              </a:buClr>
              <a:buSzPts val="1800"/>
              <a:buChar char="•"/>
              <a:defRPr/>
            </a:lvl2pPr>
            <a:lvl3pPr indent="-342900" lvl="2" marL="1371600" algn="l">
              <a:lnSpc>
                <a:spcPct val="90000"/>
              </a:lnSpc>
              <a:spcBef>
                <a:spcPts val="1500"/>
              </a:spcBef>
              <a:spcAft>
                <a:spcPts val="0"/>
              </a:spcAft>
              <a:buClr>
                <a:schemeClr val="dk1"/>
              </a:buClr>
              <a:buSzPts val="1800"/>
              <a:buChar char="•"/>
              <a:defRPr/>
            </a:lvl3pPr>
            <a:lvl4pPr indent="-342900" lvl="3" marL="1828800" algn="l">
              <a:lnSpc>
                <a:spcPct val="90000"/>
              </a:lnSpc>
              <a:spcBef>
                <a:spcPts val="1500"/>
              </a:spcBef>
              <a:spcAft>
                <a:spcPts val="0"/>
              </a:spcAft>
              <a:buClr>
                <a:schemeClr val="dk1"/>
              </a:buClr>
              <a:buSzPts val="1800"/>
              <a:buChar char="•"/>
              <a:defRPr/>
            </a:lvl4pPr>
            <a:lvl5pPr indent="-342900" lvl="4" marL="2286000" algn="l">
              <a:lnSpc>
                <a:spcPct val="90000"/>
              </a:lnSpc>
              <a:spcBef>
                <a:spcPts val="1500"/>
              </a:spcBef>
              <a:spcAft>
                <a:spcPts val="0"/>
              </a:spcAft>
              <a:buClr>
                <a:schemeClr val="dk1"/>
              </a:buClr>
              <a:buSzPts val="1800"/>
              <a:buChar char="•"/>
              <a:defRPr/>
            </a:lvl5pPr>
            <a:lvl6pPr indent="-342900" lvl="5" marL="2743200" algn="l">
              <a:lnSpc>
                <a:spcPct val="90000"/>
              </a:lnSpc>
              <a:spcBef>
                <a:spcPts val="1500"/>
              </a:spcBef>
              <a:spcAft>
                <a:spcPts val="0"/>
              </a:spcAft>
              <a:buClr>
                <a:schemeClr val="dk1"/>
              </a:buClr>
              <a:buSzPts val="1800"/>
              <a:buChar char="•"/>
              <a:defRPr/>
            </a:lvl6pPr>
            <a:lvl7pPr indent="-342900" lvl="6" marL="3200400" algn="l">
              <a:lnSpc>
                <a:spcPct val="90000"/>
              </a:lnSpc>
              <a:spcBef>
                <a:spcPts val="1500"/>
              </a:spcBef>
              <a:spcAft>
                <a:spcPts val="0"/>
              </a:spcAft>
              <a:buClr>
                <a:schemeClr val="dk1"/>
              </a:buClr>
              <a:buSzPts val="1800"/>
              <a:buChar char="•"/>
              <a:defRPr/>
            </a:lvl7pPr>
            <a:lvl8pPr indent="-342900" lvl="7" marL="3657600" algn="l">
              <a:lnSpc>
                <a:spcPct val="90000"/>
              </a:lnSpc>
              <a:spcBef>
                <a:spcPts val="1500"/>
              </a:spcBef>
              <a:spcAft>
                <a:spcPts val="0"/>
              </a:spcAft>
              <a:buClr>
                <a:schemeClr val="dk1"/>
              </a:buClr>
              <a:buSzPts val="1800"/>
              <a:buChar char="•"/>
              <a:defRPr/>
            </a:lvl8pPr>
            <a:lvl9pPr indent="-342900" lvl="8" marL="4114800" algn="l">
              <a:lnSpc>
                <a:spcPct val="90000"/>
              </a:lnSpc>
              <a:spcBef>
                <a:spcPts val="1500"/>
              </a:spcBef>
              <a:spcAft>
                <a:spcPts val="0"/>
              </a:spcAft>
              <a:buClr>
                <a:schemeClr val="dk1"/>
              </a:buClr>
              <a:buSzPts val="1800"/>
              <a:buChar char="•"/>
              <a:defRPr/>
            </a:lvl9pPr>
          </a:lstStyle>
          <a:p/>
        </p:txBody>
      </p:sp>
      <p:sp>
        <p:nvSpPr>
          <p:cNvPr id="81" name="Google Shape;81;p13"/>
          <p:cNvSpPr txBox="1"/>
          <p:nvPr>
            <p:ph idx="10" type="dt"/>
          </p:nvPr>
        </p:nvSpPr>
        <p:spPr>
          <a:xfrm>
            <a:off x="2514600" y="25425402"/>
            <a:ext cx="8229600" cy="146050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2" name="Google Shape;82;p13"/>
          <p:cNvSpPr txBox="1"/>
          <p:nvPr>
            <p:ph idx="11" type="ftr"/>
          </p:nvPr>
        </p:nvSpPr>
        <p:spPr>
          <a:xfrm>
            <a:off x="12115800" y="25425402"/>
            <a:ext cx="12344400" cy="1460500"/>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3" name="Google Shape;83;p13"/>
          <p:cNvSpPr txBox="1"/>
          <p:nvPr>
            <p:ph idx="12" type="sldNum"/>
          </p:nvPr>
        </p:nvSpPr>
        <p:spPr>
          <a:xfrm>
            <a:off x="25831800" y="25425402"/>
            <a:ext cx="8229600" cy="1460500"/>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 name="Shape 9"/>
        <p:cNvGrpSpPr/>
        <p:nvPr/>
      </p:nvGrpSpPr>
      <p:grpSpPr>
        <a:xfrm>
          <a:off x="0" y="0"/>
          <a:ext cx="0" cy="0"/>
          <a:chOff x="0" y="0"/>
          <a:chExt cx="0" cy="0"/>
        </a:xfrm>
      </p:grpSpPr>
      <p:sp>
        <p:nvSpPr>
          <p:cNvPr id="10" name="Google Shape;10;p2"/>
          <p:cNvSpPr txBox="1"/>
          <p:nvPr>
            <p:ph type="title"/>
          </p:nvPr>
        </p:nvSpPr>
        <p:spPr>
          <a:xfrm>
            <a:off x="2514600" y="1460502"/>
            <a:ext cx="31546800" cy="5302252"/>
          </a:xfrm>
          <a:prstGeom prst="rect">
            <a:avLst/>
          </a:prstGeom>
          <a:noFill/>
          <a:ln>
            <a:noFill/>
          </a:ln>
        </p:spPr>
        <p:txBody>
          <a:bodyPr anchorCtr="0" anchor="ctr" bIns="45700" lIns="91425" spcFirstLastPara="1" rIns="91425" wrap="square" tIns="45700">
            <a:normAutofit/>
          </a:bodyPr>
          <a:lstStyle>
            <a:lvl1pPr lvl="0" marR="0" rtl="0" algn="l">
              <a:lnSpc>
                <a:spcPct val="90000"/>
              </a:lnSpc>
              <a:spcBef>
                <a:spcPts val="0"/>
              </a:spcBef>
              <a:spcAft>
                <a:spcPts val="0"/>
              </a:spcAft>
              <a:buClr>
                <a:schemeClr val="dk1"/>
              </a:buClr>
              <a:buSzPts val="13200"/>
              <a:buFont typeface="Calibri"/>
              <a:buNone/>
              <a:defRPr b="0" i="0" sz="13200" u="none" cap="none" strike="noStrik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11" name="Google Shape;11;p2"/>
          <p:cNvSpPr txBox="1"/>
          <p:nvPr>
            <p:ph idx="1" type="body"/>
          </p:nvPr>
        </p:nvSpPr>
        <p:spPr>
          <a:xfrm>
            <a:off x="2514600" y="7302500"/>
            <a:ext cx="31546800" cy="17405352"/>
          </a:xfrm>
          <a:prstGeom prst="rect">
            <a:avLst/>
          </a:prstGeom>
          <a:noFill/>
          <a:ln>
            <a:noFill/>
          </a:ln>
        </p:spPr>
        <p:txBody>
          <a:bodyPr anchorCtr="0" anchor="t" bIns="45700" lIns="91425" spcFirstLastPara="1" rIns="91425" wrap="square" tIns="45700">
            <a:normAutofit/>
          </a:bodyPr>
          <a:lstStyle>
            <a:lvl1pPr indent="-762000" lvl="0" marL="457200" marR="0" rtl="0" algn="l">
              <a:lnSpc>
                <a:spcPct val="90000"/>
              </a:lnSpc>
              <a:spcBef>
                <a:spcPts val="3000"/>
              </a:spcBef>
              <a:spcAft>
                <a:spcPts val="0"/>
              </a:spcAft>
              <a:buClr>
                <a:schemeClr val="dk1"/>
              </a:buClr>
              <a:buSzPts val="8400"/>
              <a:buFont typeface="Arial"/>
              <a:buChar char="•"/>
              <a:defRPr b="0" i="0" sz="8400" u="none" cap="none" strike="noStrike">
                <a:solidFill>
                  <a:schemeClr val="dk1"/>
                </a:solidFill>
                <a:latin typeface="Calibri"/>
                <a:ea typeface="Calibri"/>
                <a:cs typeface="Calibri"/>
                <a:sym typeface="Calibri"/>
              </a:defRPr>
            </a:lvl1pPr>
            <a:lvl2pPr indent="-685800" lvl="1" marL="914400" marR="0" rtl="0" algn="l">
              <a:lnSpc>
                <a:spcPct val="90000"/>
              </a:lnSpc>
              <a:spcBef>
                <a:spcPts val="1500"/>
              </a:spcBef>
              <a:spcAft>
                <a:spcPts val="0"/>
              </a:spcAft>
              <a:buClr>
                <a:schemeClr val="dk1"/>
              </a:buClr>
              <a:buSzPts val="7200"/>
              <a:buFont typeface="Arial"/>
              <a:buChar char="•"/>
              <a:defRPr b="0" i="0" sz="7200" u="none" cap="none" strike="noStrike">
                <a:solidFill>
                  <a:schemeClr val="dk1"/>
                </a:solidFill>
                <a:latin typeface="Calibri"/>
                <a:ea typeface="Calibri"/>
                <a:cs typeface="Calibri"/>
                <a:sym typeface="Calibri"/>
              </a:defRPr>
            </a:lvl2pPr>
            <a:lvl3pPr indent="-609600" lvl="2" marL="1371600" marR="0" rtl="0" algn="l">
              <a:lnSpc>
                <a:spcPct val="90000"/>
              </a:lnSpc>
              <a:spcBef>
                <a:spcPts val="1500"/>
              </a:spcBef>
              <a:spcAft>
                <a:spcPts val="0"/>
              </a:spcAft>
              <a:buClr>
                <a:schemeClr val="dk1"/>
              </a:buClr>
              <a:buSzPts val="6000"/>
              <a:buFont typeface="Arial"/>
              <a:buChar char="•"/>
              <a:defRPr b="0" i="0" sz="6000" u="none" cap="none" strike="noStrike">
                <a:solidFill>
                  <a:schemeClr val="dk1"/>
                </a:solidFill>
                <a:latin typeface="Calibri"/>
                <a:ea typeface="Calibri"/>
                <a:cs typeface="Calibri"/>
                <a:sym typeface="Calibri"/>
              </a:defRPr>
            </a:lvl3pPr>
            <a:lvl4pPr indent="-571500" lvl="3" marL="1828800" marR="0" rtl="0" algn="l">
              <a:lnSpc>
                <a:spcPct val="90000"/>
              </a:lnSpc>
              <a:spcBef>
                <a:spcPts val="1500"/>
              </a:spcBef>
              <a:spcAft>
                <a:spcPts val="0"/>
              </a:spcAft>
              <a:buClr>
                <a:schemeClr val="dk1"/>
              </a:buClr>
              <a:buSzPts val="5400"/>
              <a:buFont typeface="Arial"/>
              <a:buChar char="•"/>
              <a:defRPr b="0" i="0" sz="5400" u="none" cap="none" strike="noStrike">
                <a:solidFill>
                  <a:schemeClr val="dk1"/>
                </a:solidFill>
                <a:latin typeface="Calibri"/>
                <a:ea typeface="Calibri"/>
                <a:cs typeface="Calibri"/>
                <a:sym typeface="Calibri"/>
              </a:defRPr>
            </a:lvl4pPr>
            <a:lvl5pPr indent="-571500" lvl="4" marL="2286000" marR="0" rtl="0" algn="l">
              <a:lnSpc>
                <a:spcPct val="90000"/>
              </a:lnSpc>
              <a:spcBef>
                <a:spcPts val="1500"/>
              </a:spcBef>
              <a:spcAft>
                <a:spcPts val="0"/>
              </a:spcAft>
              <a:buClr>
                <a:schemeClr val="dk1"/>
              </a:buClr>
              <a:buSzPts val="5400"/>
              <a:buFont typeface="Arial"/>
              <a:buChar char="•"/>
              <a:defRPr b="0" i="0" sz="5400" u="none" cap="none" strike="noStrike">
                <a:solidFill>
                  <a:schemeClr val="dk1"/>
                </a:solidFill>
                <a:latin typeface="Calibri"/>
                <a:ea typeface="Calibri"/>
                <a:cs typeface="Calibri"/>
                <a:sym typeface="Calibri"/>
              </a:defRPr>
            </a:lvl5pPr>
            <a:lvl6pPr indent="-571500" lvl="5" marL="2743200" marR="0" rtl="0" algn="l">
              <a:lnSpc>
                <a:spcPct val="90000"/>
              </a:lnSpc>
              <a:spcBef>
                <a:spcPts val="1500"/>
              </a:spcBef>
              <a:spcAft>
                <a:spcPts val="0"/>
              </a:spcAft>
              <a:buClr>
                <a:schemeClr val="dk1"/>
              </a:buClr>
              <a:buSzPts val="5400"/>
              <a:buFont typeface="Arial"/>
              <a:buChar char="•"/>
              <a:defRPr b="0" i="0" sz="5400" u="none" cap="none" strike="noStrike">
                <a:solidFill>
                  <a:schemeClr val="dk1"/>
                </a:solidFill>
                <a:latin typeface="Calibri"/>
                <a:ea typeface="Calibri"/>
                <a:cs typeface="Calibri"/>
                <a:sym typeface="Calibri"/>
              </a:defRPr>
            </a:lvl6pPr>
            <a:lvl7pPr indent="-571500" lvl="6" marL="3200400" marR="0" rtl="0" algn="l">
              <a:lnSpc>
                <a:spcPct val="90000"/>
              </a:lnSpc>
              <a:spcBef>
                <a:spcPts val="1500"/>
              </a:spcBef>
              <a:spcAft>
                <a:spcPts val="0"/>
              </a:spcAft>
              <a:buClr>
                <a:schemeClr val="dk1"/>
              </a:buClr>
              <a:buSzPts val="5400"/>
              <a:buFont typeface="Arial"/>
              <a:buChar char="•"/>
              <a:defRPr b="0" i="0" sz="5400" u="none" cap="none" strike="noStrike">
                <a:solidFill>
                  <a:schemeClr val="dk1"/>
                </a:solidFill>
                <a:latin typeface="Calibri"/>
                <a:ea typeface="Calibri"/>
                <a:cs typeface="Calibri"/>
                <a:sym typeface="Calibri"/>
              </a:defRPr>
            </a:lvl7pPr>
            <a:lvl8pPr indent="-571500" lvl="7" marL="3657600" marR="0" rtl="0" algn="l">
              <a:lnSpc>
                <a:spcPct val="90000"/>
              </a:lnSpc>
              <a:spcBef>
                <a:spcPts val="1500"/>
              </a:spcBef>
              <a:spcAft>
                <a:spcPts val="0"/>
              </a:spcAft>
              <a:buClr>
                <a:schemeClr val="dk1"/>
              </a:buClr>
              <a:buSzPts val="5400"/>
              <a:buFont typeface="Arial"/>
              <a:buChar char="•"/>
              <a:defRPr b="0" i="0" sz="5400" u="none" cap="none" strike="noStrike">
                <a:solidFill>
                  <a:schemeClr val="dk1"/>
                </a:solidFill>
                <a:latin typeface="Calibri"/>
                <a:ea typeface="Calibri"/>
                <a:cs typeface="Calibri"/>
                <a:sym typeface="Calibri"/>
              </a:defRPr>
            </a:lvl8pPr>
            <a:lvl9pPr indent="-571500" lvl="8" marL="4114800" marR="0" rtl="0" algn="l">
              <a:lnSpc>
                <a:spcPct val="90000"/>
              </a:lnSpc>
              <a:spcBef>
                <a:spcPts val="1500"/>
              </a:spcBef>
              <a:spcAft>
                <a:spcPts val="0"/>
              </a:spcAft>
              <a:buClr>
                <a:schemeClr val="dk1"/>
              </a:buClr>
              <a:buSzPts val="5400"/>
              <a:buFont typeface="Arial"/>
              <a:buChar char="•"/>
              <a:defRPr b="0" i="0" sz="5400" u="none" cap="none" strike="noStrike">
                <a:solidFill>
                  <a:schemeClr val="dk1"/>
                </a:solidFill>
                <a:latin typeface="Calibri"/>
                <a:ea typeface="Calibri"/>
                <a:cs typeface="Calibri"/>
                <a:sym typeface="Calibri"/>
              </a:defRPr>
            </a:lvl9pPr>
          </a:lstStyle>
          <a:p/>
        </p:txBody>
      </p:sp>
      <p:sp>
        <p:nvSpPr>
          <p:cNvPr id="12" name="Google Shape;12;p2"/>
          <p:cNvSpPr txBox="1"/>
          <p:nvPr>
            <p:ph idx="10" type="dt"/>
          </p:nvPr>
        </p:nvSpPr>
        <p:spPr>
          <a:xfrm>
            <a:off x="2514600" y="25425402"/>
            <a:ext cx="8229600" cy="1460500"/>
          </a:xfrm>
          <a:prstGeom prst="rect">
            <a:avLst/>
          </a:prstGeom>
          <a:noFill/>
          <a:ln>
            <a:noFill/>
          </a:ln>
        </p:spPr>
        <p:txBody>
          <a:bodyPr anchorCtr="0" anchor="ctr" bIns="45700" lIns="91425" spcFirstLastPara="1" rIns="91425" wrap="square" tIns="45700">
            <a:noAutofit/>
          </a:bodyPr>
          <a:lstStyle>
            <a:lvl1pPr lvl="0" marR="0" rtl="0" algn="l">
              <a:spcBef>
                <a:spcPts val="0"/>
              </a:spcBef>
              <a:spcAft>
                <a:spcPts val="0"/>
              </a:spcAft>
              <a:buSzPts val="1400"/>
              <a:buNone/>
              <a:defRPr b="0" i="0" sz="36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3" name="Google Shape;13;p2"/>
          <p:cNvSpPr txBox="1"/>
          <p:nvPr>
            <p:ph idx="11" type="ftr"/>
          </p:nvPr>
        </p:nvSpPr>
        <p:spPr>
          <a:xfrm>
            <a:off x="12115800" y="25425402"/>
            <a:ext cx="12344400" cy="1460500"/>
          </a:xfrm>
          <a:prstGeom prst="rect">
            <a:avLst/>
          </a:prstGeom>
          <a:noFill/>
          <a:ln>
            <a:noFill/>
          </a:ln>
        </p:spPr>
        <p:txBody>
          <a:bodyPr anchorCtr="0" anchor="ctr" bIns="45700" lIns="91425" spcFirstLastPara="1" rIns="91425" wrap="square" tIns="45700">
            <a:noAutofit/>
          </a:bodyPr>
          <a:lstStyle>
            <a:lvl1pPr lvl="0" marR="0" rtl="0" algn="ctr">
              <a:spcBef>
                <a:spcPts val="0"/>
              </a:spcBef>
              <a:spcAft>
                <a:spcPts val="0"/>
              </a:spcAft>
              <a:buSzPts val="1400"/>
              <a:buNone/>
              <a:defRPr b="0" i="0" sz="36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4" name="Google Shape;14;p2"/>
          <p:cNvSpPr txBox="1"/>
          <p:nvPr>
            <p:ph idx="12" type="sldNum"/>
          </p:nvPr>
        </p:nvSpPr>
        <p:spPr>
          <a:xfrm>
            <a:off x="25831800" y="25425402"/>
            <a:ext cx="8229600" cy="1460500"/>
          </a:xfrm>
          <a:prstGeom prst="rect">
            <a:avLst/>
          </a:prstGeom>
          <a:noFill/>
          <a:ln>
            <a:noFill/>
          </a:ln>
        </p:spPr>
        <p:txBody>
          <a:bodyPr anchorCtr="0" anchor="ctr" bIns="45700" lIns="91425" spcFirstLastPara="1" rIns="91425" wrap="square" tIns="45700">
            <a:noAutofit/>
          </a:bodyPr>
          <a:lstStyle>
            <a:lvl1pPr indent="0" lvl="0" marL="0" marR="0" rtl="0" algn="r">
              <a:spcBef>
                <a:spcPts val="0"/>
              </a:spcBef>
              <a:buNone/>
              <a:defRPr b="0" i="0" sz="3600" u="none" cap="none" strike="noStrike">
                <a:solidFill>
                  <a:srgbClr val="888888"/>
                </a:solidFill>
                <a:latin typeface="Calibri"/>
                <a:ea typeface="Calibri"/>
                <a:cs typeface="Calibri"/>
                <a:sym typeface="Calibri"/>
              </a:defRPr>
            </a:lvl1pPr>
            <a:lvl2pPr indent="0" lvl="1" marL="0" marR="0" rtl="0" algn="r">
              <a:spcBef>
                <a:spcPts val="0"/>
              </a:spcBef>
              <a:buNone/>
              <a:defRPr b="0" i="0" sz="3600" u="none" cap="none" strike="noStrike">
                <a:solidFill>
                  <a:srgbClr val="888888"/>
                </a:solidFill>
                <a:latin typeface="Calibri"/>
                <a:ea typeface="Calibri"/>
                <a:cs typeface="Calibri"/>
                <a:sym typeface="Calibri"/>
              </a:defRPr>
            </a:lvl2pPr>
            <a:lvl3pPr indent="0" lvl="2" marL="0" marR="0" rtl="0" algn="r">
              <a:spcBef>
                <a:spcPts val="0"/>
              </a:spcBef>
              <a:buNone/>
              <a:defRPr b="0" i="0" sz="3600" u="none" cap="none" strike="noStrike">
                <a:solidFill>
                  <a:srgbClr val="888888"/>
                </a:solidFill>
                <a:latin typeface="Calibri"/>
                <a:ea typeface="Calibri"/>
                <a:cs typeface="Calibri"/>
                <a:sym typeface="Calibri"/>
              </a:defRPr>
            </a:lvl3pPr>
            <a:lvl4pPr indent="0" lvl="3" marL="0" marR="0" rtl="0" algn="r">
              <a:spcBef>
                <a:spcPts val="0"/>
              </a:spcBef>
              <a:buNone/>
              <a:defRPr b="0" i="0" sz="3600" u="none" cap="none" strike="noStrike">
                <a:solidFill>
                  <a:srgbClr val="888888"/>
                </a:solidFill>
                <a:latin typeface="Calibri"/>
                <a:ea typeface="Calibri"/>
                <a:cs typeface="Calibri"/>
                <a:sym typeface="Calibri"/>
              </a:defRPr>
            </a:lvl4pPr>
            <a:lvl5pPr indent="0" lvl="4" marL="0" marR="0" rtl="0" algn="r">
              <a:spcBef>
                <a:spcPts val="0"/>
              </a:spcBef>
              <a:buNone/>
              <a:defRPr b="0" i="0" sz="3600" u="none" cap="none" strike="noStrike">
                <a:solidFill>
                  <a:srgbClr val="888888"/>
                </a:solidFill>
                <a:latin typeface="Calibri"/>
                <a:ea typeface="Calibri"/>
                <a:cs typeface="Calibri"/>
                <a:sym typeface="Calibri"/>
              </a:defRPr>
            </a:lvl5pPr>
            <a:lvl6pPr indent="0" lvl="5" marL="0" marR="0" rtl="0" algn="r">
              <a:spcBef>
                <a:spcPts val="0"/>
              </a:spcBef>
              <a:buNone/>
              <a:defRPr b="0" i="0" sz="3600" u="none" cap="none" strike="noStrike">
                <a:solidFill>
                  <a:srgbClr val="888888"/>
                </a:solidFill>
                <a:latin typeface="Calibri"/>
                <a:ea typeface="Calibri"/>
                <a:cs typeface="Calibri"/>
                <a:sym typeface="Calibri"/>
              </a:defRPr>
            </a:lvl6pPr>
            <a:lvl7pPr indent="0" lvl="6" marL="0" marR="0" rtl="0" algn="r">
              <a:spcBef>
                <a:spcPts val="0"/>
              </a:spcBef>
              <a:buNone/>
              <a:defRPr b="0" i="0" sz="3600" u="none" cap="none" strike="noStrike">
                <a:solidFill>
                  <a:srgbClr val="888888"/>
                </a:solidFill>
                <a:latin typeface="Calibri"/>
                <a:ea typeface="Calibri"/>
                <a:cs typeface="Calibri"/>
                <a:sym typeface="Calibri"/>
              </a:defRPr>
            </a:lvl7pPr>
            <a:lvl8pPr indent="0" lvl="7" marL="0" marR="0" rtl="0" algn="r">
              <a:spcBef>
                <a:spcPts val="0"/>
              </a:spcBef>
              <a:buNone/>
              <a:defRPr b="0" i="0" sz="3600" u="none" cap="none" strike="noStrike">
                <a:solidFill>
                  <a:srgbClr val="888888"/>
                </a:solidFill>
                <a:latin typeface="Calibri"/>
                <a:ea typeface="Calibri"/>
                <a:cs typeface="Calibri"/>
                <a:sym typeface="Calibri"/>
              </a:defRPr>
            </a:lvl8pPr>
            <a:lvl9pPr indent="0" lvl="8" marL="0" marR="0" rtl="0" algn="r">
              <a:spcBef>
                <a:spcPts val="0"/>
              </a:spcBef>
              <a:buNone/>
              <a:defRPr b="0" i="0" sz="36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png"/><Relationship Id="rId4" Type="http://schemas.openxmlformats.org/officeDocument/2006/relationships/image" Target="../media/image2.png"/><Relationship Id="rId11" Type="http://schemas.openxmlformats.org/officeDocument/2006/relationships/image" Target="../media/image8.png"/><Relationship Id="rId10" Type="http://schemas.openxmlformats.org/officeDocument/2006/relationships/image" Target="../media/image9.png"/><Relationship Id="rId9" Type="http://schemas.openxmlformats.org/officeDocument/2006/relationships/image" Target="../media/image5.png"/><Relationship Id="rId5" Type="http://schemas.openxmlformats.org/officeDocument/2006/relationships/image" Target="../media/image3.png"/><Relationship Id="rId6" Type="http://schemas.openxmlformats.org/officeDocument/2006/relationships/image" Target="../media/image4.png"/><Relationship Id="rId7" Type="http://schemas.openxmlformats.org/officeDocument/2006/relationships/image" Target="../media/image6.png"/><Relationship Id="rId8" Type="http://schemas.openxmlformats.org/officeDocument/2006/relationships/image" Target="../media/image7.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E5E5E5"/>
        </a:solidFill>
      </p:bgPr>
    </p:bg>
    <p:spTree>
      <p:nvGrpSpPr>
        <p:cNvPr id="88" name="Shape 88"/>
        <p:cNvGrpSpPr/>
        <p:nvPr/>
      </p:nvGrpSpPr>
      <p:grpSpPr>
        <a:xfrm>
          <a:off x="0" y="0"/>
          <a:ext cx="0" cy="0"/>
          <a:chOff x="0" y="0"/>
          <a:chExt cx="0" cy="0"/>
        </a:xfrm>
      </p:grpSpPr>
      <p:pic>
        <p:nvPicPr>
          <p:cNvPr id="89" name="Google Shape;89;p1"/>
          <p:cNvPicPr preferRelativeResize="0"/>
          <p:nvPr/>
        </p:nvPicPr>
        <p:blipFill rotWithShape="1">
          <a:blip r:embed="rId3">
            <a:alphaModFix/>
          </a:blip>
          <a:srcRect b="0" l="0" r="0" t="0"/>
          <a:stretch/>
        </p:blipFill>
        <p:spPr>
          <a:xfrm>
            <a:off x="18276415" y="11775305"/>
            <a:ext cx="257810" cy="16510"/>
          </a:xfrm>
          <a:prstGeom prst="rect">
            <a:avLst/>
          </a:prstGeom>
          <a:noFill/>
          <a:ln>
            <a:noFill/>
          </a:ln>
        </p:spPr>
      </p:pic>
      <p:sp>
        <p:nvSpPr>
          <p:cNvPr id="90" name="Google Shape;90;p1"/>
          <p:cNvSpPr txBox="1"/>
          <p:nvPr/>
        </p:nvSpPr>
        <p:spPr>
          <a:xfrm>
            <a:off x="11714325" y="15469728"/>
            <a:ext cx="128270" cy="345103"/>
          </a:xfrm>
          <a:prstGeom prst="rect">
            <a:avLst/>
          </a:prstGeom>
          <a:noFill/>
          <a:ln>
            <a:noFill/>
          </a:ln>
        </p:spPr>
        <p:txBody>
          <a:bodyPr anchorCtr="0" anchor="t" bIns="31800" lIns="63600" spcFirstLastPara="1" rIns="63600" wrap="square" tIns="31800">
            <a:noAutofit/>
          </a:bodyPr>
          <a:lstStyle/>
          <a:p>
            <a:pPr indent="0" lvl="0" marL="0" marR="0" rtl="0" algn="l">
              <a:spcBef>
                <a:spcPts val="0"/>
              </a:spcBef>
              <a:spcAft>
                <a:spcPts val="0"/>
              </a:spcAft>
              <a:buNone/>
            </a:pPr>
            <a:r>
              <a:t/>
            </a:r>
            <a:endParaRPr b="0" i="0" sz="1680" u="none" cap="none" strike="noStrike">
              <a:solidFill>
                <a:schemeClr val="dk1"/>
              </a:solidFill>
              <a:latin typeface="Times New Roman"/>
              <a:ea typeface="Times New Roman"/>
              <a:cs typeface="Times New Roman"/>
              <a:sym typeface="Times New Roman"/>
            </a:endParaRPr>
          </a:p>
        </p:txBody>
      </p:sp>
      <p:sp>
        <p:nvSpPr>
          <p:cNvPr id="91" name="Google Shape;91;p1"/>
          <p:cNvSpPr txBox="1"/>
          <p:nvPr/>
        </p:nvSpPr>
        <p:spPr>
          <a:xfrm>
            <a:off x="19320354" y="16079329"/>
            <a:ext cx="128270" cy="322580"/>
          </a:xfrm>
          <a:prstGeom prst="rect">
            <a:avLst/>
          </a:prstGeom>
          <a:noFill/>
          <a:ln>
            <a:noFill/>
          </a:ln>
        </p:spPr>
        <p:txBody>
          <a:bodyPr anchorCtr="0" anchor="t" bIns="31800" lIns="63600" spcFirstLastPara="1" rIns="63600" wrap="square" tIns="31800">
            <a:noAutofit/>
          </a:bodyPr>
          <a:lstStyle/>
          <a:p>
            <a:pPr indent="0" lvl="0" marL="0" marR="0" rtl="0" algn="l">
              <a:spcBef>
                <a:spcPts val="0"/>
              </a:spcBef>
              <a:spcAft>
                <a:spcPts val="0"/>
              </a:spcAft>
              <a:buNone/>
            </a:pPr>
            <a:r>
              <a:t/>
            </a:r>
            <a:endParaRPr b="0" i="0" sz="1680" u="none" cap="none" strike="noStrike">
              <a:solidFill>
                <a:schemeClr val="dk1"/>
              </a:solidFill>
              <a:latin typeface="Times New Roman"/>
              <a:ea typeface="Times New Roman"/>
              <a:cs typeface="Times New Roman"/>
              <a:sym typeface="Times New Roman"/>
            </a:endParaRPr>
          </a:p>
        </p:txBody>
      </p:sp>
      <p:sp>
        <p:nvSpPr>
          <p:cNvPr id="92" name="Google Shape;92;p1"/>
          <p:cNvSpPr txBox="1"/>
          <p:nvPr/>
        </p:nvSpPr>
        <p:spPr>
          <a:xfrm>
            <a:off x="25307134" y="6224129"/>
            <a:ext cx="128270" cy="322580"/>
          </a:xfrm>
          <a:prstGeom prst="rect">
            <a:avLst/>
          </a:prstGeom>
          <a:noFill/>
          <a:ln>
            <a:noFill/>
          </a:ln>
        </p:spPr>
        <p:txBody>
          <a:bodyPr anchorCtr="0" anchor="t" bIns="31800" lIns="63600" spcFirstLastPara="1" rIns="63600" wrap="square" tIns="31800">
            <a:noAutofit/>
          </a:bodyPr>
          <a:lstStyle/>
          <a:p>
            <a:pPr indent="0" lvl="0" marL="0" marR="0" rtl="0" algn="l">
              <a:spcBef>
                <a:spcPts val="0"/>
              </a:spcBef>
              <a:spcAft>
                <a:spcPts val="0"/>
              </a:spcAft>
              <a:buNone/>
            </a:pPr>
            <a:r>
              <a:t/>
            </a:r>
            <a:endParaRPr b="0" i="0" sz="1680" u="none" cap="none" strike="noStrike">
              <a:solidFill>
                <a:schemeClr val="dk1"/>
              </a:solidFill>
              <a:latin typeface="Times New Roman"/>
              <a:ea typeface="Times New Roman"/>
              <a:cs typeface="Times New Roman"/>
              <a:sym typeface="Times New Roman"/>
            </a:endParaRPr>
          </a:p>
        </p:txBody>
      </p:sp>
      <p:sp>
        <p:nvSpPr>
          <p:cNvPr id="93" name="Google Shape;93;p1"/>
          <p:cNvSpPr txBox="1"/>
          <p:nvPr/>
        </p:nvSpPr>
        <p:spPr>
          <a:xfrm>
            <a:off x="25035354" y="5817729"/>
            <a:ext cx="128270" cy="322580"/>
          </a:xfrm>
          <a:prstGeom prst="rect">
            <a:avLst/>
          </a:prstGeom>
          <a:noFill/>
          <a:ln>
            <a:noFill/>
          </a:ln>
        </p:spPr>
        <p:txBody>
          <a:bodyPr anchorCtr="0" anchor="t" bIns="31800" lIns="63600" spcFirstLastPara="1" rIns="63600" wrap="square" tIns="31800">
            <a:noAutofit/>
          </a:bodyPr>
          <a:lstStyle/>
          <a:p>
            <a:pPr indent="0" lvl="0" marL="0" marR="0" rtl="0" algn="l">
              <a:spcBef>
                <a:spcPts val="0"/>
              </a:spcBef>
              <a:spcAft>
                <a:spcPts val="0"/>
              </a:spcAft>
              <a:buNone/>
            </a:pPr>
            <a:r>
              <a:t/>
            </a:r>
            <a:endParaRPr b="0" i="0" sz="1680" u="none" cap="none" strike="noStrike">
              <a:solidFill>
                <a:schemeClr val="dk1"/>
              </a:solidFill>
              <a:latin typeface="Times New Roman"/>
              <a:ea typeface="Times New Roman"/>
              <a:cs typeface="Times New Roman"/>
              <a:sym typeface="Times New Roman"/>
            </a:endParaRPr>
          </a:p>
        </p:txBody>
      </p:sp>
      <p:sp>
        <p:nvSpPr>
          <p:cNvPr id="94" name="Google Shape;94;p1"/>
          <p:cNvSpPr txBox="1"/>
          <p:nvPr/>
        </p:nvSpPr>
        <p:spPr>
          <a:xfrm>
            <a:off x="24926134" y="6122529"/>
            <a:ext cx="128270" cy="322580"/>
          </a:xfrm>
          <a:prstGeom prst="rect">
            <a:avLst/>
          </a:prstGeom>
          <a:noFill/>
          <a:ln>
            <a:noFill/>
          </a:ln>
        </p:spPr>
        <p:txBody>
          <a:bodyPr anchorCtr="0" anchor="t" bIns="31800" lIns="63600" spcFirstLastPara="1" rIns="63600" wrap="square" tIns="31800">
            <a:noAutofit/>
          </a:bodyPr>
          <a:lstStyle/>
          <a:p>
            <a:pPr indent="0" lvl="0" marL="0" marR="0" rtl="0" algn="l">
              <a:spcBef>
                <a:spcPts val="0"/>
              </a:spcBef>
              <a:spcAft>
                <a:spcPts val="0"/>
              </a:spcAft>
              <a:buNone/>
            </a:pPr>
            <a:r>
              <a:t/>
            </a:r>
            <a:endParaRPr b="0" i="0" sz="1680" u="none" cap="none" strike="noStrike">
              <a:solidFill>
                <a:schemeClr val="dk1"/>
              </a:solidFill>
              <a:latin typeface="Times New Roman"/>
              <a:ea typeface="Times New Roman"/>
              <a:cs typeface="Times New Roman"/>
              <a:sym typeface="Times New Roman"/>
            </a:endParaRPr>
          </a:p>
        </p:txBody>
      </p:sp>
      <p:sp>
        <p:nvSpPr>
          <p:cNvPr id="95" name="Google Shape;95;p1"/>
          <p:cNvSpPr txBox="1"/>
          <p:nvPr/>
        </p:nvSpPr>
        <p:spPr>
          <a:xfrm>
            <a:off x="85850" y="5825828"/>
            <a:ext cx="11278800" cy="7359000"/>
          </a:xfrm>
          <a:prstGeom prst="rect">
            <a:avLst/>
          </a:prstGeom>
          <a:solidFill>
            <a:schemeClr val="lt1"/>
          </a:solidFill>
          <a:ln>
            <a:noFill/>
          </a:ln>
        </p:spPr>
        <p:txBody>
          <a:bodyPr anchorCtr="0" anchor="t" bIns="182875" lIns="182875" spcFirstLastPara="1" rIns="182875" wrap="square" tIns="182875">
            <a:noAutofit/>
          </a:bodyPr>
          <a:lstStyle/>
          <a:p>
            <a:pPr indent="0" lvl="0" marL="0" marR="0" rtl="0" algn="just">
              <a:lnSpc>
                <a:spcPct val="115000"/>
              </a:lnSpc>
              <a:spcBef>
                <a:spcPts val="0"/>
              </a:spcBef>
              <a:spcAft>
                <a:spcPts val="0"/>
              </a:spcAft>
              <a:buNone/>
            </a:pPr>
            <a:r>
              <a:rPr lang="en-US" sz="2550">
                <a:solidFill>
                  <a:schemeClr val="dk1"/>
                </a:solidFill>
              </a:rPr>
              <a:t>New Jersey emergency departments face persistent problems with patient wait times, jeopardizing both patient health and operational efficiency. Many existing allocation models aim to reduce wait times; however, most assume that all hospitals are equally deserving, so they allocate more physicians to medical centers with greater resources, as those resources yield higher returns on allocation. We model each ED as an M/M/c queue and use root-finding (brentq) to back calculate each hospital's implied physician capacity from observed CMS wait times, with arrival rates estimated via a bed share allocation of county level ED visit volumes (NJSHAD) to individual facilities (HCRIS). We then formulate an equity weighted greedy allocation algorithm for optimal physician allocation across hospital </a:t>
            </a:r>
            <a:r>
              <a:rPr lang="en-US" sz="2550">
                <a:solidFill>
                  <a:schemeClr val="dk1"/>
                </a:solidFill>
              </a:rPr>
              <a:t>networks</a:t>
            </a:r>
            <a:r>
              <a:rPr lang="en-US" sz="2550">
                <a:solidFill>
                  <a:schemeClr val="dk1"/>
                </a:solidFill>
              </a:rPr>
              <a:t>, but we incorporate an equity weight for CDC Social Vulnerability Index scores within the objective </a:t>
            </a:r>
            <a:r>
              <a:rPr lang="en-US" sz="2550">
                <a:solidFill>
                  <a:schemeClr val="dk1"/>
                </a:solidFill>
              </a:rPr>
              <a:t>function</a:t>
            </a:r>
            <a:r>
              <a:rPr lang="en-US" sz="2550">
                <a:solidFill>
                  <a:schemeClr val="dk1"/>
                </a:solidFill>
              </a:rPr>
              <a:t>. Applying this methodology, we achieved an average wait time reduction of 41.30 minutes across 22 NJ hospitals, enabling a more equitable and effective distribution of physicians across the whole state. </a:t>
            </a:r>
            <a:endParaRPr sz="2550">
              <a:solidFill>
                <a:schemeClr val="dk1"/>
              </a:solidFill>
              <a:latin typeface="Palatino"/>
              <a:ea typeface="Palatino"/>
              <a:cs typeface="Palatino"/>
              <a:sym typeface="Palatino"/>
            </a:endParaRPr>
          </a:p>
        </p:txBody>
      </p:sp>
      <p:sp>
        <p:nvSpPr>
          <p:cNvPr id="96" name="Google Shape;96;p1"/>
          <p:cNvSpPr txBox="1"/>
          <p:nvPr/>
        </p:nvSpPr>
        <p:spPr>
          <a:xfrm>
            <a:off x="30142185" y="2923540"/>
            <a:ext cx="128270" cy="322580"/>
          </a:xfrm>
          <a:prstGeom prst="rect">
            <a:avLst/>
          </a:prstGeom>
          <a:noFill/>
          <a:ln>
            <a:noFill/>
          </a:ln>
        </p:spPr>
        <p:txBody>
          <a:bodyPr anchorCtr="0" anchor="t" bIns="31800" lIns="63600" spcFirstLastPara="1" rIns="63600" wrap="square" tIns="31800">
            <a:noAutofit/>
          </a:bodyPr>
          <a:lstStyle/>
          <a:p>
            <a:pPr indent="0" lvl="0" marL="0" marR="0" rtl="0" algn="l">
              <a:spcBef>
                <a:spcPts val="0"/>
              </a:spcBef>
              <a:spcAft>
                <a:spcPts val="0"/>
              </a:spcAft>
              <a:buNone/>
            </a:pPr>
            <a:r>
              <a:t/>
            </a:r>
            <a:endParaRPr b="0" i="0" sz="1680" u="none" cap="none" strike="noStrike">
              <a:solidFill>
                <a:schemeClr val="dk1"/>
              </a:solidFill>
              <a:latin typeface="Times New Roman"/>
              <a:ea typeface="Times New Roman"/>
              <a:cs typeface="Times New Roman"/>
              <a:sym typeface="Times New Roman"/>
            </a:endParaRPr>
          </a:p>
        </p:txBody>
      </p:sp>
      <p:sp>
        <p:nvSpPr>
          <p:cNvPr id="97" name="Google Shape;97;p1"/>
          <p:cNvSpPr txBox="1"/>
          <p:nvPr/>
        </p:nvSpPr>
        <p:spPr>
          <a:xfrm>
            <a:off x="11006934" y="15571328"/>
            <a:ext cx="128270" cy="345103"/>
          </a:xfrm>
          <a:prstGeom prst="rect">
            <a:avLst/>
          </a:prstGeom>
          <a:noFill/>
          <a:ln>
            <a:noFill/>
          </a:ln>
        </p:spPr>
        <p:txBody>
          <a:bodyPr anchorCtr="0" anchor="t" bIns="31800" lIns="63600" spcFirstLastPara="1" rIns="63600" wrap="square" tIns="31800">
            <a:noAutofit/>
          </a:bodyPr>
          <a:lstStyle/>
          <a:p>
            <a:pPr indent="0" lvl="0" marL="0" marR="0" rtl="0" algn="l">
              <a:spcBef>
                <a:spcPts val="0"/>
              </a:spcBef>
              <a:spcAft>
                <a:spcPts val="0"/>
              </a:spcAft>
              <a:buNone/>
            </a:pPr>
            <a:r>
              <a:t/>
            </a:r>
            <a:endParaRPr b="0" i="0" sz="1680" u="none" cap="none" strike="noStrike">
              <a:solidFill>
                <a:schemeClr val="dk1"/>
              </a:solidFill>
              <a:latin typeface="Times New Roman"/>
              <a:ea typeface="Times New Roman"/>
              <a:cs typeface="Times New Roman"/>
              <a:sym typeface="Times New Roman"/>
            </a:endParaRPr>
          </a:p>
        </p:txBody>
      </p:sp>
      <p:sp>
        <p:nvSpPr>
          <p:cNvPr id="98" name="Google Shape;98;p1"/>
          <p:cNvSpPr txBox="1"/>
          <p:nvPr/>
        </p:nvSpPr>
        <p:spPr>
          <a:xfrm>
            <a:off x="11551765" y="15520528"/>
            <a:ext cx="128270" cy="345103"/>
          </a:xfrm>
          <a:prstGeom prst="rect">
            <a:avLst/>
          </a:prstGeom>
          <a:noFill/>
          <a:ln>
            <a:noFill/>
          </a:ln>
        </p:spPr>
        <p:txBody>
          <a:bodyPr anchorCtr="0" anchor="t" bIns="31800" lIns="63600" spcFirstLastPara="1" rIns="63600" wrap="square" tIns="31800">
            <a:noAutofit/>
          </a:bodyPr>
          <a:lstStyle/>
          <a:p>
            <a:pPr indent="0" lvl="0" marL="0" marR="0" rtl="0" algn="l">
              <a:spcBef>
                <a:spcPts val="0"/>
              </a:spcBef>
              <a:spcAft>
                <a:spcPts val="0"/>
              </a:spcAft>
              <a:buNone/>
            </a:pPr>
            <a:r>
              <a:t/>
            </a:r>
            <a:endParaRPr b="0" i="0" sz="1680" u="none" cap="none" strike="noStrike">
              <a:solidFill>
                <a:schemeClr val="dk1"/>
              </a:solidFill>
              <a:latin typeface="Times New Roman"/>
              <a:ea typeface="Times New Roman"/>
              <a:cs typeface="Times New Roman"/>
              <a:sym typeface="Times New Roman"/>
            </a:endParaRPr>
          </a:p>
        </p:txBody>
      </p:sp>
      <p:sp>
        <p:nvSpPr>
          <p:cNvPr id="99" name="Google Shape;99;p1"/>
          <p:cNvSpPr txBox="1"/>
          <p:nvPr/>
        </p:nvSpPr>
        <p:spPr>
          <a:xfrm>
            <a:off x="0" y="2515703"/>
            <a:ext cx="36576000" cy="1014000"/>
          </a:xfrm>
          <a:prstGeom prst="rect">
            <a:avLst/>
          </a:prstGeom>
          <a:solidFill>
            <a:srgbClr val="FFFFFF"/>
          </a:solidFill>
          <a:ln>
            <a:noFill/>
          </a:ln>
        </p:spPr>
        <p:txBody>
          <a:bodyPr anchorCtr="0" anchor="ctr" bIns="36550" lIns="73125" spcFirstLastPara="1" rIns="73125" wrap="square" tIns="36550">
            <a:noAutofit/>
          </a:bodyPr>
          <a:lstStyle/>
          <a:p>
            <a:pPr indent="0" lvl="0" marL="0" rtl="0" algn="ctr">
              <a:spcBef>
                <a:spcPts val="0"/>
              </a:spcBef>
              <a:spcAft>
                <a:spcPts val="0"/>
              </a:spcAft>
              <a:buNone/>
            </a:pPr>
            <a:r>
              <a:rPr baseline="30000" lang="en-US" sz="3600">
                <a:solidFill>
                  <a:schemeClr val="dk1"/>
                </a:solidFill>
              </a:rPr>
              <a:t>1</a:t>
            </a:r>
            <a:r>
              <a:rPr lang="en-US" sz="3600">
                <a:solidFill>
                  <a:schemeClr val="dk1"/>
                </a:solidFill>
              </a:rPr>
              <a:t>Rithvik Sharma   </a:t>
            </a:r>
            <a:r>
              <a:rPr baseline="30000" lang="en-US" sz="3600">
                <a:solidFill>
                  <a:schemeClr val="dk1"/>
                </a:solidFill>
              </a:rPr>
              <a:t>2</a:t>
            </a:r>
            <a:r>
              <a:rPr lang="en-US" sz="3600">
                <a:solidFill>
                  <a:schemeClr val="dk1"/>
                </a:solidFill>
                <a:highlight>
                  <a:srgbClr val="FFFFFF"/>
                </a:highlight>
                <a:latin typeface="Roboto"/>
                <a:ea typeface="Roboto"/>
                <a:cs typeface="Roboto"/>
                <a:sym typeface="Roboto"/>
              </a:rPr>
              <a:t>Professor Padhu Seshaiyer</a:t>
            </a:r>
            <a:r>
              <a:rPr lang="en-US" sz="3600">
                <a:solidFill>
                  <a:schemeClr val="dk1"/>
                </a:solidFill>
                <a:latin typeface="Roboto"/>
                <a:ea typeface="Roboto"/>
                <a:cs typeface="Roboto"/>
                <a:sym typeface="Roboto"/>
              </a:rPr>
              <a:t> </a:t>
            </a:r>
            <a:endParaRPr sz="4500">
              <a:solidFill>
                <a:schemeClr val="dk1"/>
              </a:solidFill>
            </a:endParaRPr>
          </a:p>
        </p:txBody>
      </p:sp>
      <p:sp>
        <p:nvSpPr>
          <p:cNvPr id="100" name="Google Shape;100;p1"/>
          <p:cNvSpPr txBox="1"/>
          <p:nvPr/>
        </p:nvSpPr>
        <p:spPr>
          <a:xfrm>
            <a:off x="0" y="3482622"/>
            <a:ext cx="36576000" cy="987600"/>
          </a:xfrm>
          <a:prstGeom prst="rect">
            <a:avLst/>
          </a:prstGeom>
          <a:solidFill>
            <a:schemeClr val="lt1"/>
          </a:solidFill>
          <a:ln>
            <a:noFill/>
          </a:ln>
        </p:spPr>
        <p:txBody>
          <a:bodyPr anchorCtr="0" anchor="t" bIns="36550" lIns="73125" spcFirstLastPara="1" rIns="73125" wrap="square" tIns="36550">
            <a:noAutofit/>
          </a:bodyPr>
          <a:lstStyle/>
          <a:p>
            <a:pPr indent="0" lvl="0" marL="0" marR="0" rtl="0" algn="ctr">
              <a:spcBef>
                <a:spcPts val="0"/>
              </a:spcBef>
              <a:spcAft>
                <a:spcPts val="0"/>
              </a:spcAft>
              <a:buNone/>
            </a:pPr>
            <a:r>
              <a:rPr b="0" baseline="30000" i="0" lang="en-US" sz="3200" u="none" cap="none" strike="noStrike">
                <a:solidFill>
                  <a:schemeClr val="dk1"/>
                </a:solidFill>
                <a:latin typeface="Arial"/>
                <a:ea typeface="Arial"/>
                <a:cs typeface="Arial"/>
                <a:sym typeface="Arial"/>
              </a:rPr>
              <a:t>1</a:t>
            </a:r>
            <a:r>
              <a:rPr lang="en-US" sz="3200">
                <a:solidFill>
                  <a:schemeClr val="dk1"/>
                </a:solidFill>
              </a:rPr>
              <a:t>Academy of Mathematics, Science, &amp; Engineering</a:t>
            </a:r>
            <a:r>
              <a:rPr b="0" i="0" lang="en-US" sz="3200" u="none" cap="none" strike="noStrike">
                <a:solidFill>
                  <a:schemeClr val="dk1"/>
                </a:solidFill>
                <a:latin typeface="Arial"/>
                <a:ea typeface="Arial"/>
                <a:cs typeface="Arial"/>
                <a:sym typeface="Arial"/>
              </a:rPr>
              <a:t>  </a:t>
            </a:r>
            <a:r>
              <a:rPr b="0" baseline="30000" i="0" lang="en-US" sz="3200" u="none" cap="none" strike="noStrike">
                <a:solidFill>
                  <a:schemeClr val="dk1"/>
                </a:solidFill>
                <a:latin typeface="Arial"/>
                <a:ea typeface="Arial"/>
                <a:cs typeface="Arial"/>
                <a:sym typeface="Arial"/>
              </a:rPr>
              <a:t>2</a:t>
            </a:r>
            <a:r>
              <a:rPr lang="en-US" sz="3200">
                <a:highlight>
                  <a:srgbClr val="FFFFFF"/>
                </a:highlight>
                <a:latin typeface="Roboto"/>
                <a:ea typeface="Roboto"/>
                <a:cs typeface="Roboto"/>
                <a:sym typeface="Roboto"/>
              </a:rPr>
              <a:t>George Mason University</a:t>
            </a:r>
            <a:endParaRPr i="0" sz="3200" u="none" cap="none" strike="noStrike">
              <a:latin typeface="Roboto"/>
              <a:ea typeface="Roboto"/>
              <a:cs typeface="Roboto"/>
              <a:sym typeface="Roboto"/>
            </a:endParaRPr>
          </a:p>
        </p:txBody>
      </p:sp>
      <p:sp>
        <p:nvSpPr>
          <p:cNvPr id="101" name="Google Shape;101;p1"/>
          <p:cNvSpPr/>
          <p:nvPr/>
        </p:nvSpPr>
        <p:spPr>
          <a:xfrm>
            <a:off x="87854" y="4877424"/>
            <a:ext cx="11249280" cy="1001131"/>
          </a:xfrm>
          <a:prstGeom prst="rect">
            <a:avLst/>
          </a:prstGeom>
          <a:solidFill>
            <a:srgbClr val="073763"/>
          </a:solidFill>
          <a:ln cap="flat" cmpd="sng" w="9525">
            <a:solidFill>
              <a:schemeClr val="accent5"/>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lnSpc>
                <a:spcPct val="115000"/>
              </a:lnSpc>
              <a:spcBef>
                <a:spcPts val="0"/>
              </a:spcBef>
              <a:spcAft>
                <a:spcPts val="0"/>
              </a:spcAft>
              <a:buNone/>
            </a:pPr>
            <a:r>
              <a:rPr b="1" lang="en-US" sz="4000" u="none" cap="none" strike="noStrike">
                <a:solidFill>
                  <a:schemeClr val="lt1"/>
                </a:solidFill>
                <a:latin typeface="Arial"/>
                <a:ea typeface="Arial"/>
                <a:cs typeface="Arial"/>
                <a:sym typeface="Arial"/>
              </a:rPr>
              <a:t>Abstract</a:t>
            </a:r>
            <a:endParaRPr/>
          </a:p>
        </p:txBody>
      </p:sp>
      <p:sp>
        <p:nvSpPr>
          <p:cNvPr id="102" name="Google Shape;102;p1"/>
          <p:cNvSpPr/>
          <p:nvPr/>
        </p:nvSpPr>
        <p:spPr>
          <a:xfrm>
            <a:off x="11673488" y="4877449"/>
            <a:ext cx="13211700" cy="1001100"/>
          </a:xfrm>
          <a:prstGeom prst="rect">
            <a:avLst/>
          </a:prstGeom>
          <a:solidFill>
            <a:srgbClr val="073763"/>
          </a:solidFill>
          <a:ln cap="flat" cmpd="sng" w="9525">
            <a:solidFill>
              <a:schemeClr val="accent5"/>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b="1" lang="en-US" sz="4000">
                <a:solidFill>
                  <a:schemeClr val="lt1"/>
                </a:solidFill>
              </a:rPr>
              <a:t>Data Sources</a:t>
            </a:r>
            <a:endParaRPr/>
          </a:p>
        </p:txBody>
      </p:sp>
      <p:sp>
        <p:nvSpPr>
          <p:cNvPr id="103" name="Google Shape;103;p1"/>
          <p:cNvSpPr/>
          <p:nvPr/>
        </p:nvSpPr>
        <p:spPr>
          <a:xfrm>
            <a:off x="25194043" y="4873343"/>
            <a:ext cx="11249280" cy="935793"/>
          </a:xfrm>
          <a:prstGeom prst="rect">
            <a:avLst/>
          </a:prstGeom>
          <a:solidFill>
            <a:srgbClr val="073763"/>
          </a:solidFill>
          <a:ln cap="flat" cmpd="sng" w="9525">
            <a:solidFill>
              <a:schemeClr val="accent5"/>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b="1" i="0" lang="en-US" sz="4000" u="none" cap="none" strike="noStrike">
                <a:solidFill>
                  <a:schemeClr val="lt1"/>
                </a:solidFill>
                <a:latin typeface="Arial"/>
                <a:ea typeface="Arial"/>
                <a:cs typeface="Arial"/>
                <a:sym typeface="Arial"/>
              </a:rPr>
              <a:t>Numerical Results &amp; Conclusions</a:t>
            </a:r>
            <a:endParaRPr/>
          </a:p>
        </p:txBody>
      </p:sp>
      <p:sp>
        <p:nvSpPr>
          <p:cNvPr id="104" name="Google Shape;104;p1"/>
          <p:cNvSpPr/>
          <p:nvPr/>
        </p:nvSpPr>
        <p:spPr>
          <a:xfrm>
            <a:off x="118219" y="13215444"/>
            <a:ext cx="11249400" cy="1001100"/>
          </a:xfrm>
          <a:prstGeom prst="rect">
            <a:avLst/>
          </a:prstGeom>
          <a:solidFill>
            <a:srgbClr val="073763"/>
          </a:solidFill>
          <a:ln cap="flat" cmpd="sng" w="9525">
            <a:solidFill>
              <a:schemeClr val="accent5"/>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b="1" i="0" lang="en-US" sz="4000" u="none" cap="none" strike="noStrike">
                <a:solidFill>
                  <a:schemeClr val="lt1"/>
                </a:solidFill>
                <a:latin typeface="Arial"/>
                <a:ea typeface="Arial"/>
                <a:cs typeface="Arial"/>
                <a:sym typeface="Arial"/>
              </a:rPr>
              <a:t>Introduction</a:t>
            </a:r>
            <a:endParaRPr/>
          </a:p>
        </p:txBody>
      </p:sp>
      <p:sp>
        <p:nvSpPr>
          <p:cNvPr id="105" name="Google Shape;105;p1"/>
          <p:cNvSpPr/>
          <p:nvPr/>
        </p:nvSpPr>
        <p:spPr>
          <a:xfrm>
            <a:off x="25217468" y="22244066"/>
            <a:ext cx="11249400" cy="935700"/>
          </a:xfrm>
          <a:prstGeom prst="rect">
            <a:avLst/>
          </a:prstGeom>
          <a:solidFill>
            <a:srgbClr val="073763"/>
          </a:solidFill>
          <a:ln cap="flat" cmpd="sng" w="9525">
            <a:solidFill>
              <a:schemeClr val="accent5"/>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b="1" i="0" lang="en-US" sz="4000" u="none" cap="none" strike="noStrike">
                <a:solidFill>
                  <a:schemeClr val="lt1"/>
                </a:solidFill>
                <a:latin typeface="Arial"/>
                <a:ea typeface="Arial"/>
                <a:cs typeface="Arial"/>
                <a:sym typeface="Arial"/>
              </a:rPr>
              <a:t>Bibliography/References</a:t>
            </a:r>
            <a:endParaRPr/>
          </a:p>
        </p:txBody>
      </p:sp>
      <p:sp>
        <p:nvSpPr>
          <p:cNvPr id="106" name="Google Shape;106;p1"/>
          <p:cNvSpPr txBox="1"/>
          <p:nvPr/>
        </p:nvSpPr>
        <p:spPr>
          <a:xfrm>
            <a:off x="101075" y="14186000"/>
            <a:ext cx="11263800" cy="13245900"/>
          </a:xfrm>
          <a:prstGeom prst="rect">
            <a:avLst/>
          </a:prstGeom>
          <a:solidFill>
            <a:schemeClr val="lt1"/>
          </a:solidFill>
          <a:ln>
            <a:noFill/>
          </a:ln>
        </p:spPr>
        <p:txBody>
          <a:bodyPr anchorCtr="0" anchor="t" bIns="182875" lIns="182875" spcFirstLastPara="1" rIns="182875" wrap="square" tIns="182875">
            <a:noAutofit/>
          </a:bodyPr>
          <a:lstStyle/>
          <a:p>
            <a:pPr indent="0" lvl="0" marL="0" marR="0" rtl="0" algn="just">
              <a:lnSpc>
                <a:spcPct val="115000"/>
              </a:lnSpc>
              <a:spcBef>
                <a:spcPts val="0"/>
              </a:spcBef>
              <a:spcAft>
                <a:spcPts val="0"/>
              </a:spcAft>
              <a:buNone/>
            </a:pPr>
            <a:r>
              <a:t/>
            </a:r>
            <a:endParaRPr sz="2800">
              <a:solidFill>
                <a:schemeClr val="dk1"/>
              </a:solidFill>
            </a:endParaRPr>
          </a:p>
          <a:p>
            <a:pPr indent="0" lvl="0" marL="0" marR="0" rtl="0" algn="just">
              <a:lnSpc>
                <a:spcPct val="115000"/>
              </a:lnSpc>
              <a:spcBef>
                <a:spcPts val="0"/>
              </a:spcBef>
              <a:spcAft>
                <a:spcPts val="0"/>
              </a:spcAft>
              <a:buNone/>
            </a:pPr>
            <a:r>
              <a:t/>
            </a:r>
            <a:endParaRPr sz="2800">
              <a:solidFill>
                <a:schemeClr val="dk1"/>
              </a:solidFill>
            </a:endParaRPr>
          </a:p>
          <a:p>
            <a:pPr indent="0" lvl="0" marL="0" marR="0" rtl="0" algn="just">
              <a:lnSpc>
                <a:spcPct val="115000"/>
              </a:lnSpc>
              <a:spcBef>
                <a:spcPts val="0"/>
              </a:spcBef>
              <a:spcAft>
                <a:spcPts val="0"/>
              </a:spcAft>
              <a:buNone/>
            </a:pPr>
            <a:r>
              <a:t/>
            </a:r>
            <a:endParaRPr sz="2800">
              <a:solidFill>
                <a:schemeClr val="dk1"/>
              </a:solidFill>
            </a:endParaRPr>
          </a:p>
          <a:p>
            <a:pPr indent="0" lvl="0" marL="0" marR="0" rtl="0" algn="just">
              <a:lnSpc>
                <a:spcPct val="115000"/>
              </a:lnSpc>
              <a:spcBef>
                <a:spcPts val="0"/>
              </a:spcBef>
              <a:spcAft>
                <a:spcPts val="0"/>
              </a:spcAft>
              <a:buNone/>
            </a:pPr>
            <a:r>
              <a:t/>
            </a:r>
            <a:endParaRPr sz="2800">
              <a:solidFill>
                <a:schemeClr val="dk1"/>
              </a:solidFill>
            </a:endParaRPr>
          </a:p>
          <a:p>
            <a:pPr indent="0" lvl="0" marL="0" marR="0" rtl="0" algn="just">
              <a:lnSpc>
                <a:spcPct val="115000"/>
              </a:lnSpc>
              <a:spcBef>
                <a:spcPts val="0"/>
              </a:spcBef>
              <a:spcAft>
                <a:spcPts val="0"/>
              </a:spcAft>
              <a:buNone/>
            </a:pPr>
            <a:r>
              <a:t/>
            </a:r>
            <a:endParaRPr sz="2800">
              <a:solidFill>
                <a:schemeClr val="dk1"/>
              </a:solidFill>
            </a:endParaRPr>
          </a:p>
          <a:p>
            <a:pPr indent="0" lvl="0" marL="0" marR="0" rtl="0" algn="just">
              <a:lnSpc>
                <a:spcPct val="115000"/>
              </a:lnSpc>
              <a:spcBef>
                <a:spcPts val="0"/>
              </a:spcBef>
              <a:spcAft>
                <a:spcPts val="0"/>
              </a:spcAft>
              <a:buNone/>
            </a:pPr>
            <a:r>
              <a:t/>
            </a:r>
            <a:endParaRPr sz="2800">
              <a:solidFill>
                <a:schemeClr val="dk1"/>
              </a:solidFill>
            </a:endParaRPr>
          </a:p>
          <a:p>
            <a:pPr indent="0" lvl="0" marL="0" marR="0" rtl="0" algn="just">
              <a:lnSpc>
                <a:spcPct val="115000"/>
              </a:lnSpc>
              <a:spcBef>
                <a:spcPts val="0"/>
              </a:spcBef>
              <a:spcAft>
                <a:spcPts val="0"/>
              </a:spcAft>
              <a:buNone/>
            </a:pPr>
            <a:r>
              <a:t/>
            </a:r>
            <a:endParaRPr sz="2800">
              <a:solidFill>
                <a:schemeClr val="dk1"/>
              </a:solidFill>
            </a:endParaRPr>
          </a:p>
          <a:p>
            <a:pPr indent="0" lvl="0" marL="0" marR="0" rtl="0" algn="just">
              <a:lnSpc>
                <a:spcPct val="115000"/>
              </a:lnSpc>
              <a:spcBef>
                <a:spcPts val="0"/>
              </a:spcBef>
              <a:spcAft>
                <a:spcPts val="0"/>
              </a:spcAft>
              <a:buNone/>
            </a:pPr>
            <a:r>
              <a:t/>
            </a:r>
            <a:endParaRPr sz="2800">
              <a:solidFill>
                <a:schemeClr val="dk1"/>
              </a:solidFill>
            </a:endParaRPr>
          </a:p>
          <a:p>
            <a:pPr indent="0" lvl="0" marL="0" marR="0" rtl="0" algn="just">
              <a:lnSpc>
                <a:spcPct val="115000"/>
              </a:lnSpc>
              <a:spcBef>
                <a:spcPts val="0"/>
              </a:spcBef>
              <a:spcAft>
                <a:spcPts val="0"/>
              </a:spcAft>
              <a:buNone/>
            </a:pPr>
            <a:r>
              <a:t/>
            </a:r>
            <a:endParaRPr sz="2800">
              <a:solidFill>
                <a:schemeClr val="dk1"/>
              </a:solidFill>
            </a:endParaRPr>
          </a:p>
          <a:p>
            <a:pPr indent="0" lvl="0" marL="0" marR="0" rtl="0" algn="just">
              <a:lnSpc>
                <a:spcPct val="115000"/>
              </a:lnSpc>
              <a:spcBef>
                <a:spcPts val="0"/>
              </a:spcBef>
              <a:spcAft>
                <a:spcPts val="0"/>
              </a:spcAft>
              <a:buNone/>
            </a:pPr>
            <a:r>
              <a:t/>
            </a:r>
            <a:endParaRPr sz="2800">
              <a:solidFill>
                <a:schemeClr val="dk1"/>
              </a:solidFill>
            </a:endParaRPr>
          </a:p>
          <a:p>
            <a:pPr indent="0" lvl="0" marL="0" marR="0" rtl="0" algn="just">
              <a:lnSpc>
                <a:spcPct val="115000"/>
              </a:lnSpc>
              <a:spcBef>
                <a:spcPts val="0"/>
              </a:spcBef>
              <a:spcAft>
                <a:spcPts val="0"/>
              </a:spcAft>
              <a:buNone/>
            </a:pPr>
            <a:r>
              <a:t/>
            </a:r>
            <a:endParaRPr sz="2800">
              <a:solidFill>
                <a:schemeClr val="dk1"/>
              </a:solidFill>
            </a:endParaRPr>
          </a:p>
          <a:p>
            <a:pPr indent="0" lvl="0" marL="0" marR="0" rtl="0" algn="just">
              <a:lnSpc>
                <a:spcPct val="115000"/>
              </a:lnSpc>
              <a:spcBef>
                <a:spcPts val="0"/>
              </a:spcBef>
              <a:spcAft>
                <a:spcPts val="0"/>
              </a:spcAft>
              <a:buNone/>
            </a:pPr>
            <a:r>
              <a:t/>
            </a:r>
            <a:endParaRPr sz="2800">
              <a:solidFill>
                <a:schemeClr val="dk1"/>
              </a:solidFill>
            </a:endParaRPr>
          </a:p>
          <a:p>
            <a:pPr indent="0" lvl="0" marL="0" marR="0" rtl="0" algn="just">
              <a:lnSpc>
                <a:spcPct val="115000"/>
              </a:lnSpc>
              <a:spcBef>
                <a:spcPts val="0"/>
              </a:spcBef>
              <a:spcAft>
                <a:spcPts val="0"/>
              </a:spcAft>
              <a:buNone/>
            </a:pPr>
            <a:r>
              <a:t/>
            </a:r>
            <a:endParaRPr sz="2800">
              <a:solidFill>
                <a:schemeClr val="dk1"/>
              </a:solidFill>
            </a:endParaRPr>
          </a:p>
          <a:p>
            <a:pPr indent="0" lvl="0" marL="0" marR="0" rtl="0" algn="just">
              <a:lnSpc>
                <a:spcPct val="115000"/>
              </a:lnSpc>
              <a:spcBef>
                <a:spcPts val="0"/>
              </a:spcBef>
              <a:spcAft>
                <a:spcPts val="0"/>
              </a:spcAft>
              <a:buNone/>
            </a:pPr>
            <a:r>
              <a:t/>
            </a:r>
            <a:endParaRPr sz="2800">
              <a:solidFill>
                <a:schemeClr val="dk1"/>
              </a:solidFill>
            </a:endParaRPr>
          </a:p>
          <a:p>
            <a:pPr indent="0" lvl="0" marL="0" marR="0" rtl="0" algn="just">
              <a:lnSpc>
                <a:spcPct val="115000"/>
              </a:lnSpc>
              <a:spcBef>
                <a:spcPts val="0"/>
              </a:spcBef>
              <a:spcAft>
                <a:spcPts val="0"/>
              </a:spcAft>
              <a:buNone/>
            </a:pPr>
            <a:r>
              <a:t/>
            </a:r>
            <a:endParaRPr b="0" sz="2800" u="none" cap="none" strike="noStrike">
              <a:solidFill>
                <a:schemeClr val="dk1"/>
              </a:solidFill>
              <a:latin typeface="Arial"/>
              <a:ea typeface="Arial"/>
              <a:cs typeface="Arial"/>
              <a:sym typeface="Arial"/>
            </a:endParaRPr>
          </a:p>
        </p:txBody>
      </p:sp>
      <p:sp>
        <p:nvSpPr>
          <p:cNvPr id="107" name="Google Shape;107;p1"/>
          <p:cNvSpPr txBox="1"/>
          <p:nvPr/>
        </p:nvSpPr>
        <p:spPr>
          <a:xfrm>
            <a:off x="11672875" y="5868175"/>
            <a:ext cx="13211700" cy="4585500"/>
          </a:xfrm>
          <a:prstGeom prst="rect">
            <a:avLst/>
          </a:prstGeom>
          <a:solidFill>
            <a:schemeClr val="lt1"/>
          </a:solidFill>
          <a:ln>
            <a:noFill/>
          </a:ln>
        </p:spPr>
        <p:txBody>
          <a:bodyPr anchorCtr="0" anchor="t" bIns="182875" lIns="182875" spcFirstLastPara="1" rIns="182875" wrap="square" tIns="182875">
            <a:noAutofit/>
          </a:bodyPr>
          <a:lstStyle/>
          <a:p>
            <a:pPr indent="0" lvl="0" marL="0" marR="0" rtl="0" algn="just">
              <a:lnSpc>
                <a:spcPct val="115000"/>
              </a:lnSpc>
              <a:spcBef>
                <a:spcPts val="0"/>
              </a:spcBef>
              <a:spcAft>
                <a:spcPts val="0"/>
              </a:spcAft>
              <a:buNone/>
            </a:pPr>
            <a:r>
              <a:t/>
            </a:r>
            <a:endParaRPr b="0" i="1" sz="2800" u="none" cap="none" strike="noStrike">
              <a:solidFill>
                <a:schemeClr val="dk1"/>
              </a:solidFill>
              <a:latin typeface="Arial"/>
              <a:ea typeface="Arial"/>
              <a:cs typeface="Arial"/>
              <a:sym typeface="Arial"/>
            </a:endParaRPr>
          </a:p>
        </p:txBody>
      </p:sp>
      <p:sp>
        <p:nvSpPr>
          <p:cNvPr id="108" name="Google Shape;108;p1"/>
          <p:cNvSpPr/>
          <p:nvPr/>
        </p:nvSpPr>
        <p:spPr>
          <a:xfrm>
            <a:off x="0" y="982567"/>
            <a:ext cx="36576000" cy="1228336"/>
          </a:xfrm>
          <a:prstGeom prst="rect">
            <a:avLst/>
          </a:prstGeom>
          <a:solidFill>
            <a:srgbClr val="073763"/>
          </a:solidFill>
          <a:ln cap="flat" cmpd="sng" w="9525">
            <a:solidFill>
              <a:schemeClr val="accent5"/>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ctr">
              <a:lnSpc>
                <a:spcPct val="115000"/>
              </a:lnSpc>
              <a:spcBef>
                <a:spcPts val="0"/>
              </a:spcBef>
              <a:spcAft>
                <a:spcPts val="0"/>
              </a:spcAft>
              <a:buSzPts val="1100"/>
              <a:buNone/>
            </a:pPr>
            <a:r>
              <a:rPr b="1" lang="en-US" sz="4800">
                <a:solidFill>
                  <a:srgbClr val="FFFFFF"/>
                </a:solidFill>
                <a:latin typeface="Questrial"/>
                <a:ea typeface="Questrial"/>
                <a:cs typeface="Questrial"/>
                <a:sym typeface="Questrial"/>
              </a:rPr>
              <a:t>Solving for Optimal Staffing: An Inverse Queuing Approach to Equity-Weighted Physician Allocation Across New Jersey EDs </a:t>
            </a:r>
            <a:endParaRPr b="1" i="1" sz="4800">
              <a:solidFill>
                <a:srgbClr val="FFFFFF"/>
              </a:solidFill>
            </a:endParaRPr>
          </a:p>
        </p:txBody>
      </p:sp>
      <p:sp>
        <p:nvSpPr>
          <p:cNvPr id="109" name="Google Shape;109;p1"/>
          <p:cNvSpPr txBox="1"/>
          <p:nvPr/>
        </p:nvSpPr>
        <p:spPr>
          <a:xfrm>
            <a:off x="25163625" y="5835300"/>
            <a:ext cx="11287800" cy="16408800"/>
          </a:xfrm>
          <a:prstGeom prst="rect">
            <a:avLst/>
          </a:prstGeom>
          <a:solidFill>
            <a:schemeClr val="lt1"/>
          </a:solidFill>
          <a:ln>
            <a:noFill/>
          </a:ln>
        </p:spPr>
        <p:txBody>
          <a:bodyPr anchorCtr="0" anchor="t" bIns="182875" lIns="182875" spcFirstLastPara="1" rIns="182875" wrap="square" tIns="182875">
            <a:noAutofit/>
          </a:bodyPr>
          <a:lstStyle/>
          <a:p>
            <a:pPr indent="0" lvl="0" marL="381000" marR="381000" rtl="0" algn="l">
              <a:lnSpc>
                <a:spcPct val="115000"/>
              </a:lnSpc>
              <a:spcBef>
                <a:spcPts val="1200"/>
              </a:spcBef>
              <a:spcAft>
                <a:spcPts val="0"/>
              </a:spcAft>
              <a:buNone/>
            </a:pPr>
            <a:r>
              <a:t/>
            </a:r>
            <a:endParaRPr b="1" sz="2300">
              <a:solidFill>
                <a:srgbClr val="073763"/>
              </a:solidFill>
              <a:highlight>
                <a:srgbClr val="D9D9D9"/>
              </a:highlight>
            </a:endParaRPr>
          </a:p>
          <a:p>
            <a:pPr indent="0" lvl="0" marL="381000" marR="381000" rtl="0" algn="l">
              <a:lnSpc>
                <a:spcPct val="115000"/>
              </a:lnSpc>
              <a:spcBef>
                <a:spcPts val="1200"/>
              </a:spcBef>
              <a:spcAft>
                <a:spcPts val="0"/>
              </a:spcAft>
              <a:buNone/>
            </a:pPr>
            <a:r>
              <a:t/>
            </a:r>
            <a:endParaRPr b="1" sz="2300">
              <a:solidFill>
                <a:srgbClr val="073763"/>
              </a:solidFill>
              <a:highlight>
                <a:srgbClr val="D9D9D9"/>
              </a:highlight>
            </a:endParaRPr>
          </a:p>
          <a:p>
            <a:pPr indent="0" lvl="0" marL="381000" marR="381000" rtl="0" algn="l">
              <a:lnSpc>
                <a:spcPct val="115000"/>
              </a:lnSpc>
              <a:spcBef>
                <a:spcPts val="1200"/>
              </a:spcBef>
              <a:spcAft>
                <a:spcPts val="0"/>
              </a:spcAft>
              <a:buNone/>
            </a:pPr>
            <a:r>
              <a:t/>
            </a:r>
            <a:endParaRPr b="1" sz="2300">
              <a:solidFill>
                <a:srgbClr val="073763"/>
              </a:solidFill>
              <a:highlight>
                <a:srgbClr val="D9D9D9"/>
              </a:highlight>
            </a:endParaRPr>
          </a:p>
          <a:p>
            <a:pPr indent="0" lvl="0" marL="381000" marR="381000" rtl="0" algn="l">
              <a:lnSpc>
                <a:spcPct val="115000"/>
              </a:lnSpc>
              <a:spcBef>
                <a:spcPts val="1200"/>
              </a:spcBef>
              <a:spcAft>
                <a:spcPts val="0"/>
              </a:spcAft>
              <a:buNone/>
            </a:pPr>
            <a:r>
              <a:t/>
            </a:r>
            <a:endParaRPr b="1" sz="2300">
              <a:solidFill>
                <a:srgbClr val="073763"/>
              </a:solidFill>
              <a:highlight>
                <a:srgbClr val="D9D9D9"/>
              </a:highlight>
            </a:endParaRPr>
          </a:p>
          <a:p>
            <a:pPr indent="0" lvl="0" marL="381000" marR="381000" rtl="0" algn="l">
              <a:lnSpc>
                <a:spcPct val="115000"/>
              </a:lnSpc>
              <a:spcBef>
                <a:spcPts val="1200"/>
              </a:spcBef>
              <a:spcAft>
                <a:spcPts val="0"/>
              </a:spcAft>
              <a:buNone/>
            </a:pPr>
            <a:r>
              <a:t/>
            </a:r>
            <a:endParaRPr b="1" sz="2300">
              <a:solidFill>
                <a:srgbClr val="073763"/>
              </a:solidFill>
              <a:highlight>
                <a:srgbClr val="D9D9D9"/>
              </a:highlight>
            </a:endParaRPr>
          </a:p>
          <a:p>
            <a:pPr indent="0" lvl="0" marL="381000" marR="381000" rtl="0" algn="l">
              <a:lnSpc>
                <a:spcPct val="115000"/>
              </a:lnSpc>
              <a:spcBef>
                <a:spcPts val="1200"/>
              </a:spcBef>
              <a:spcAft>
                <a:spcPts val="0"/>
              </a:spcAft>
              <a:buNone/>
            </a:pPr>
            <a:r>
              <a:t/>
            </a:r>
            <a:endParaRPr b="1" sz="2300">
              <a:solidFill>
                <a:srgbClr val="073763"/>
              </a:solidFill>
              <a:highlight>
                <a:srgbClr val="D9D9D9"/>
              </a:highlight>
            </a:endParaRPr>
          </a:p>
          <a:p>
            <a:pPr indent="0" lvl="0" marL="381000" marR="381000" rtl="0" algn="l">
              <a:lnSpc>
                <a:spcPct val="115000"/>
              </a:lnSpc>
              <a:spcBef>
                <a:spcPts val="1200"/>
              </a:spcBef>
              <a:spcAft>
                <a:spcPts val="0"/>
              </a:spcAft>
              <a:buNone/>
            </a:pPr>
            <a:r>
              <a:t/>
            </a:r>
            <a:endParaRPr b="1" sz="2300">
              <a:solidFill>
                <a:srgbClr val="073763"/>
              </a:solidFill>
              <a:highlight>
                <a:srgbClr val="D9D9D9"/>
              </a:highlight>
            </a:endParaRPr>
          </a:p>
          <a:p>
            <a:pPr indent="0" lvl="0" marL="381000" marR="381000" rtl="0" algn="l">
              <a:lnSpc>
                <a:spcPct val="115000"/>
              </a:lnSpc>
              <a:spcBef>
                <a:spcPts val="1200"/>
              </a:spcBef>
              <a:spcAft>
                <a:spcPts val="0"/>
              </a:spcAft>
              <a:buNone/>
            </a:pPr>
            <a:r>
              <a:t/>
            </a:r>
            <a:endParaRPr b="1" sz="2300">
              <a:solidFill>
                <a:srgbClr val="073763"/>
              </a:solidFill>
              <a:highlight>
                <a:srgbClr val="D9D9D9"/>
              </a:highlight>
            </a:endParaRPr>
          </a:p>
          <a:p>
            <a:pPr indent="0" lvl="0" marL="381000" marR="381000" rtl="0" algn="l">
              <a:lnSpc>
                <a:spcPct val="115000"/>
              </a:lnSpc>
              <a:spcBef>
                <a:spcPts val="1200"/>
              </a:spcBef>
              <a:spcAft>
                <a:spcPts val="0"/>
              </a:spcAft>
              <a:buNone/>
            </a:pPr>
            <a:r>
              <a:t/>
            </a:r>
            <a:endParaRPr b="1" sz="2300">
              <a:solidFill>
                <a:srgbClr val="073763"/>
              </a:solidFill>
              <a:highlight>
                <a:srgbClr val="D9D9D9"/>
              </a:highlight>
            </a:endParaRPr>
          </a:p>
          <a:p>
            <a:pPr indent="0" lvl="0" marL="381000" marR="381000" rtl="0" algn="l">
              <a:lnSpc>
                <a:spcPct val="115000"/>
              </a:lnSpc>
              <a:spcBef>
                <a:spcPts val="1200"/>
              </a:spcBef>
              <a:spcAft>
                <a:spcPts val="0"/>
              </a:spcAft>
              <a:buNone/>
            </a:pPr>
            <a:r>
              <a:t/>
            </a:r>
            <a:endParaRPr b="1" sz="2300">
              <a:solidFill>
                <a:srgbClr val="073763"/>
              </a:solidFill>
              <a:highlight>
                <a:srgbClr val="D9D9D9"/>
              </a:highlight>
            </a:endParaRPr>
          </a:p>
          <a:p>
            <a:pPr indent="0" lvl="0" marL="381000" marR="381000" rtl="0" algn="l">
              <a:lnSpc>
                <a:spcPct val="115000"/>
              </a:lnSpc>
              <a:spcBef>
                <a:spcPts val="1200"/>
              </a:spcBef>
              <a:spcAft>
                <a:spcPts val="0"/>
              </a:spcAft>
              <a:buNone/>
            </a:pPr>
            <a:r>
              <a:t/>
            </a:r>
            <a:endParaRPr b="1" sz="2300">
              <a:solidFill>
                <a:srgbClr val="073763"/>
              </a:solidFill>
              <a:highlight>
                <a:srgbClr val="D9D9D9"/>
              </a:highlight>
            </a:endParaRPr>
          </a:p>
          <a:p>
            <a:pPr indent="0" lvl="0" marL="381000" marR="381000" rtl="0" algn="l">
              <a:lnSpc>
                <a:spcPct val="115000"/>
              </a:lnSpc>
              <a:spcBef>
                <a:spcPts val="1200"/>
              </a:spcBef>
              <a:spcAft>
                <a:spcPts val="0"/>
              </a:spcAft>
              <a:buNone/>
            </a:pPr>
            <a:r>
              <a:t/>
            </a:r>
            <a:endParaRPr b="1" sz="2300">
              <a:solidFill>
                <a:srgbClr val="073763"/>
              </a:solidFill>
              <a:highlight>
                <a:srgbClr val="D9D9D9"/>
              </a:highlight>
            </a:endParaRPr>
          </a:p>
          <a:p>
            <a:pPr indent="0" lvl="0" marL="381000" marR="381000" rtl="0" algn="l">
              <a:lnSpc>
                <a:spcPct val="115000"/>
              </a:lnSpc>
              <a:spcBef>
                <a:spcPts val="1200"/>
              </a:spcBef>
              <a:spcAft>
                <a:spcPts val="0"/>
              </a:spcAft>
              <a:buNone/>
            </a:pPr>
            <a:r>
              <a:t/>
            </a:r>
            <a:endParaRPr b="1" sz="2300">
              <a:solidFill>
                <a:srgbClr val="073763"/>
              </a:solidFill>
              <a:highlight>
                <a:srgbClr val="D9D9D9"/>
              </a:highlight>
            </a:endParaRPr>
          </a:p>
          <a:p>
            <a:pPr indent="0" lvl="0" marL="381000" marR="381000" rtl="0" algn="l">
              <a:lnSpc>
                <a:spcPct val="115000"/>
              </a:lnSpc>
              <a:spcBef>
                <a:spcPts val="1200"/>
              </a:spcBef>
              <a:spcAft>
                <a:spcPts val="0"/>
              </a:spcAft>
              <a:buNone/>
            </a:pPr>
            <a:r>
              <a:t/>
            </a:r>
            <a:endParaRPr b="1" sz="2300">
              <a:solidFill>
                <a:srgbClr val="073763"/>
              </a:solidFill>
              <a:highlight>
                <a:srgbClr val="D9D9D9"/>
              </a:highlight>
            </a:endParaRPr>
          </a:p>
          <a:p>
            <a:pPr indent="0" lvl="0" marL="381000" marR="381000" rtl="0" algn="l">
              <a:lnSpc>
                <a:spcPct val="115000"/>
              </a:lnSpc>
              <a:spcBef>
                <a:spcPts val="1200"/>
              </a:spcBef>
              <a:spcAft>
                <a:spcPts val="0"/>
              </a:spcAft>
              <a:buNone/>
            </a:pPr>
            <a:r>
              <a:t/>
            </a:r>
            <a:endParaRPr b="1" sz="2300">
              <a:solidFill>
                <a:srgbClr val="073763"/>
              </a:solidFill>
              <a:highlight>
                <a:srgbClr val="D9D9D9"/>
              </a:highlight>
            </a:endParaRPr>
          </a:p>
          <a:p>
            <a:pPr indent="0" lvl="0" marL="0" marR="381000" rtl="0" algn="l">
              <a:lnSpc>
                <a:spcPct val="115000"/>
              </a:lnSpc>
              <a:spcBef>
                <a:spcPts val="1200"/>
              </a:spcBef>
              <a:spcAft>
                <a:spcPts val="1200"/>
              </a:spcAft>
              <a:buNone/>
            </a:pPr>
            <a:r>
              <a:t/>
            </a:r>
            <a:endParaRPr sz="1800">
              <a:solidFill>
                <a:srgbClr val="073763"/>
              </a:solidFill>
            </a:endParaRPr>
          </a:p>
        </p:txBody>
      </p:sp>
      <p:sp>
        <p:nvSpPr>
          <p:cNvPr id="110" name="Google Shape;110;p1"/>
          <p:cNvSpPr txBox="1"/>
          <p:nvPr/>
        </p:nvSpPr>
        <p:spPr>
          <a:xfrm>
            <a:off x="25231675" y="23199800"/>
            <a:ext cx="11287800" cy="4232100"/>
          </a:xfrm>
          <a:prstGeom prst="rect">
            <a:avLst/>
          </a:prstGeom>
          <a:solidFill>
            <a:schemeClr val="lt1"/>
          </a:solidFill>
          <a:ln>
            <a:noFill/>
          </a:ln>
        </p:spPr>
        <p:txBody>
          <a:bodyPr anchorCtr="0" anchor="ctr" bIns="182875" lIns="182875" spcFirstLastPara="1" rIns="182875" wrap="square" tIns="182875">
            <a:noAutofit/>
          </a:bodyPr>
          <a:lstStyle/>
          <a:p>
            <a:pPr indent="-361950" lvl="0" marL="457200" rtl="0" algn="just">
              <a:lnSpc>
                <a:spcPct val="115000"/>
              </a:lnSpc>
              <a:spcBef>
                <a:spcPts val="0"/>
              </a:spcBef>
              <a:spcAft>
                <a:spcPts val="0"/>
              </a:spcAft>
              <a:buClr>
                <a:schemeClr val="dk1"/>
              </a:buClr>
              <a:buSzPts val="2100"/>
              <a:buAutoNum type="arabicPeriod"/>
            </a:pPr>
            <a:r>
              <a:rPr lang="en-US" sz="2100">
                <a:solidFill>
                  <a:schemeClr val="dk1"/>
                </a:solidFill>
              </a:rPr>
              <a:t>Singer AJ, Thode HC Jr, Viccellio P, Pines JM. The association between length of emergency department boarding and mortality. </a:t>
            </a:r>
            <a:r>
              <a:rPr i="1" lang="en-US" sz="2100">
                <a:solidFill>
                  <a:schemeClr val="dk1"/>
                </a:solidFill>
              </a:rPr>
              <a:t>Acad Emerg Med.</a:t>
            </a:r>
            <a:r>
              <a:rPr lang="en-US" sz="2100">
                <a:solidFill>
                  <a:schemeClr val="dk1"/>
                </a:solidFill>
              </a:rPr>
              <a:t> 2011;18(12):1324-1329.</a:t>
            </a:r>
            <a:endParaRPr sz="2100">
              <a:solidFill>
                <a:schemeClr val="dk1"/>
              </a:solidFill>
            </a:endParaRPr>
          </a:p>
          <a:p>
            <a:pPr indent="-361950" lvl="0" marL="457200" rtl="0" algn="just">
              <a:lnSpc>
                <a:spcPct val="115000"/>
              </a:lnSpc>
              <a:spcBef>
                <a:spcPts val="0"/>
              </a:spcBef>
              <a:spcAft>
                <a:spcPts val="0"/>
              </a:spcAft>
              <a:buClr>
                <a:schemeClr val="dk1"/>
              </a:buClr>
              <a:buSzPts val="2100"/>
              <a:buAutoNum type="arabicPeriod"/>
            </a:pPr>
            <a:r>
              <a:rPr lang="en-US" sz="2100">
                <a:solidFill>
                  <a:schemeClr val="dk1"/>
                </a:solidFill>
              </a:rPr>
              <a:t>Roussel M, Teissandier D, Yordanov Y, et al. Overnight stay in the emergency department and mortality in older patients. </a:t>
            </a:r>
            <a:r>
              <a:rPr i="1" lang="en-US" sz="2100">
                <a:solidFill>
                  <a:schemeClr val="dk1"/>
                </a:solidFill>
              </a:rPr>
              <a:t>JAMA Intern Med.</a:t>
            </a:r>
            <a:r>
              <a:rPr lang="en-US" sz="2100">
                <a:solidFill>
                  <a:schemeClr val="dk1"/>
                </a:solidFill>
              </a:rPr>
              <a:t> 2023;183(12):1378-1385.</a:t>
            </a:r>
            <a:endParaRPr sz="2100">
              <a:solidFill>
                <a:schemeClr val="dk1"/>
              </a:solidFill>
            </a:endParaRPr>
          </a:p>
          <a:p>
            <a:pPr indent="-361950" lvl="0" marL="457200" rtl="0" algn="just">
              <a:lnSpc>
                <a:spcPct val="115000"/>
              </a:lnSpc>
              <a:spcBef>
                <a:spcPts val="0"/>
              </a:spcBef>
              <a:spcAft>
                <a:spcPts val="0"/>
              </a:spcAft>
              <a:buClr>
                <a:schemeClr val="dk1"/>
              </a:buClr>
              <a:buSzPts val="2100"/>
              <a:buAutoNum type="arabicPeriod"/>
            </a:pPr>
            <a:r>
              <a:rPr lang="en-US" sz="2100">
                <a:solidFill>
                  <a:schemeClr val="dk1"/>
                </a:solidFill>
              </a:rPr>
              <a:t>Augustine JJ. More advanced practice providers working in emergency departments. </a:t>
            </a:r>
            <a:r>
              <a:rPr i="1" lang="en-US" sz="2100">
                <a:solidFill>
                  <a:schemeClr val="dk1"/>
                </a:solidFill>
              </a:rPr>
              <a:t>ACEP Now.</a:t>
            </a:r>
            <a:r>
              <a:rPr lang="en-US" sz="2100">
                <a:solidFill>
                  <a:schemeClr val="dk1"/>
                </a:solidFill>
              </a:rPr>
              <a:t> 2017;36(9).</a:t>
            </a:r>
            <a:endParaRPr sz="2100">
              <a:solidFill>
                <a:schemeClr val="dk1"/>
              </a:solidFill>
            </a:endParaRPr>
          </a:p>
          <a:p>
            <a:pPr indent="-361950" lvl="0" marL="457200" rtl="0" algn="just">
              <a:lnSpc>
                <a:spcPct val="115000"/>
              </a:lnSpc>
              <a:spcBef>
                <a:spcPts val="0"/>
              </a:spcBef>
              <a:spcAft>
                <a:spcPts val="0"/>
              </a:spcAft>
              <a:buClr>
                <a:schemeClr val="dk1"/>
              </a:buClr>
              <a:buSzPts val="2100"/>
              <a:buAutoNum type="arabicPeriod"/>
            </a:pPr>
            <a:r>
              <a:rPr lang="en-US" sz="2100">
                <a:solidFill>
                  <a:schemeClr val="dk1"/>
                </a:solidFill>
              </a:rPr>
              <a:t>Joseph JW, Davis S, Wilker EH, et al. Modelling attending physician productivity in the emergency department: a multicentre study. </a:t>
            </a:r>
            <a:r>
              <a:rPr i="1" lang="en-US" sz="2100">
                <a:solidFill>
                  <a:schemeClr val="dk1"/>
                </a:solidFill>
              </a:rPr>
              <a:t>Emerg Med J.</a:t>
            </a:r>
            <a:r>
              <a:rPr lang="en-US" sz="2100">
                <a:solidFill>
                  <a:schemeClr val="dk1"/>
                </a:solidFill>
              </a:rPr>
              <a:t> 2018;35(5):317-322.</a:t>
            </a:r>
            <a:endParaRPr sz="2100">
              <a:solidFill>
                <a:schemeClr val="dk1"/>
              </a:solidFill>
            </a:endParaRPr>
          </a:p>
          <a:p>
            <a:pPr indent="0" lvl="0" marL="0" marR="0" rtl="0" algn="just">
              <a:lnSpc>
                <a:spcPct val="115000"/>
              </a:lnSpc>
              <a:spcBef>
                <a:spcPts val="0"/>
              </a:spcBef>
              <a:spcAft>
                <a:spcPts val="0"/>
              </a:spcAft>
              <a:buNone/>
            </a:pPr>
            <a:r>
              <a:t/>
            </a:r>
            <a:endParaRPr sz="900">
              <a:solidFill>
                <a:schemeClr val="dk1"/>
              </a:solidFill>
            </a:endParaRPr>
          </a:p>
        </p:txBody>
      </p:sp>
      <p:sp>
        <p:nvSpPr>
          <p:cNvPr id="111" name="Google Shape;111;p1"/>
          <p:cNvSpPr txBox="1"/>
          <p:nvPr/>
        </p:nvSpPr>
        <p:spPr>
          <a:xfrm>
            <a:off x="11712325" y="11483000"/>
            <a:ext cx="13157700" cy="15848100"/>
          </a:xfrm>
          <a:prstGeom prst="rect">
            <a:avLst/>
          </a:prstGeom>
          <a:solidFill>
            <a:schemeClr val="lt1"/>
          </a:solidFill>
          <a:ln>
            <a:noFill/>
          </a:ln>
        </p:spPr>
        <p:txBody>
          <a:bodyPr anchorCtr="0" anchor="t" bIns="182875" lIns="182875" spcFirstLastPara="1" rIns="182875" wrap="square" tIns="182875">
            <a:noAutofit/>
          </a:bodyPr>
          <a:lstStyle/>
          <a:p>
            <a:pPr indent="0" lvl="0" marL="0" rtl="0" algn="just">
              <a:lnSpc>
                <a:spcPct val="115000"/>
              </a:lnSpc>
              <a:spcBef>
                <a:spcPts val="0"/>
              </a:spcBef>
              <a:spcAft>
                <a:spcPts val="0"/>
              </a:spcAft>
              <a:buNone/>
            </a:pPr>
            <a:r>
              <a:rPr b="1" lang="en-US" sz="2850" u="sng">
                <a:solidFill>
                  <a:srgbClr val="073763"/>
                </a:solidFill>
              </a:rPr>
              <a:t>Implied Staffing Model:</a:t>
            </a:r>
            <a:endParaRPr b="1" sz="2850" u="sng">
              <a:solidFill>
                <a:srgbClr val="073763"/>
              </a:solidFill>
            </a:endParaRPr>
          </a:p>
          <a:p>
            <a:pPr indent="0" lvl="0" marL="0" rtl="0" algn="just">
              <a:lnSpc>
                <a:spcPct val="115000"/>
              </a:lnSpc>
              <a:spcBef>
                <a:spcPts val="0"/>
              </a:spcBef>
              <a:spcAft>
                <a:spcPts val="0"/>
              </a:spcAft>
              <a:buNone/>
            </a:pPr>
            <a:r>
              <a:t/>
            </a:r>
            <a:endParaRPr b="1" sz="2850">
              <a:solidFill>
                <a:srgbClr val="073763"/>
              </a:solidFill>
            </a:endParaRPr>
          </a:p>
          <a:p>
            <a:pPr indent="0" lvl="0" marL="0" rtl="0" algn="just">
              <a:lnSpc>
                <a:spcPct val="115000"/>
              </a:lnSpc>
              <a:spcBef>
                <a:spcPts val="0"/>
              </a:spcBef>
              <a:spcAft>
                <a:spcPts val="0"/>
              </a:spcAft>
              <a:buNone/>
            </a:pPr>
            <a:r>
              <a:t/>
            </a:r>
            <a:endParaRPr b="1" sz="2850">
              <a:solidFill>
                <a:srgbClr val="073763"/>
              </a:solidFill>
            </a:endParaRPr>
          </a:p>
          <a:p>
            <a:pPr indent="0" lvl="0" marL="0" rtl="0" algn="just">
              <a:lnSpc>
                <a:spcPct val="115000"/>
              </a:lnSpc>
              <a:spcBef>
                <a:spcPts val="0"/>
              </a:spcBef>
              <a:spcAft>
                <a:spcPts val="0"/>
              </a:spcAft>
              <a:buNone/>
            </a:pPr>
            <a:r>
              <a:t/>
            </a:r>
            <a:endParaRPr b="1" sz="2850">
              <a:solidFill>
                <a:srgbClr val="073763"/>
              </a:solidFill>
            </a:endParaRPr>
          </a:p>
          <a:p>
            <a:pPr indent="0" lvl="0" marL="0" rtl="0" algn="just">
              <a:lnSpc>
                <a:spcPct val="115000"/>
              </a:lnSpc>
              <a:spcBef>
                <a:spcPts val="0"/>
              </a:spcBef>
              <a:spcAft>
                <a:spcPts val="0"/>
              </a:spcAft>
              <a:buNone/>
            </a:pPr>
            <a:r>
              <a:t/>
            </a:r>
            <a:endParaRPr b="1" sz="2850">
              <a:solidFill>
                <a:srgbClr val="073763"/>
              </a:solidFill>
            </a:endParaRPr>
          </a:p>
          <a:p>
            <a:pPr indent="0" lvl="0" marL="0" rtl="0" algn="just">
              <a:lnSpc>
                <a:spcPct val="115000"/>
              </a:lnSpc>
              <a:spcBef>
                <a:spcPts val="0"/>
              </a:spcBef>
              <a:spcAft>
                <a:spcPts val="0"/>
              </a:spcAft>
              <a:buNone/>
            </a:pPr>
            <a:r>
              <a:t/>
            </a:r>
            <a:endParaRPr b="1" sz="2850">
              <a:solidFill>
                <a:srgbClr val="073763"/>
              </a:solidFill>
            </a:endParaRPr>
          </a:p>
          <a:p>
            <a:pPr indent="0" lvl="0" marL="0" rtl="0" algn="just">
              <a:lnSpc>
                <a:spcPct val="115000"/>
              </a:lnSpc>
              <a:spcBef>
                <a:spcPts val="0"/>
              </a:spcBef>
              <a:spcAft>
                <a:spcPts val="0"/>
              </a:spcAft>
              <a:buNone/>
            </a:pPr>
            <a:r>
              <a:t/>
            </a:r>
            <a:endParaRPr b="1" sz="2850">
              <a:solidFill>
                <a:srgbClr val="073763"/>
              </a:solidFill>
            </a:endParaRPr>
          </a:p>
          <a:p>
            <a:pPr indent="0" lvl="0" marL="0" rtl="0" algn="just">
              <a:lnSpc>
                <a:spcPct val="115000"/>
              </a:lnSpc>
              <a:spcBef>
                <a:spcPts val="0"/>
              </a:spcBef>
              <a:spcAft>
                <a:spcPts val="0"/>
              </a:spcAft>
              <a:buNone/>
            </a:pPr>
            <a:r>
              <a:t/>
            </a:r>
            <a:endParaRPr b="1" sz="2850">
              <a:solidFill>
                <a:srgbClr val="073763"/>
              </a:solidFill>
            </a:endParaRPr>
          </a:p>
          <a:p>
            <a:pPr indent="0" lvl="0" marL="0" rtl="0" algn="just">
              <a:lnSpc>
                <a:spcPct val="115000"/>
              </a:lnSpc>
              <a:spcBef>
                <a:spcPts val="0"/>
              </a:spcBef>
              <a:spcAft>
                <a:spcPts val="0"/>
              </a:spcAft>
              <a:buNone/>
            </a:pPr>
            <a:r>
              <a:t/>
            </a:r>
            <a:endParaRPr b="1" sz="2850">
              <a:solidFill>
                <a:srgbClr val="073763"/>
              </a:solidFill>
            </a:endParaRPr>
          </a:p>
          <a:p>
            <a:pPr indent="0" lvl="0" marL="0" rtl="0" algn="just">
              <a:lnSpc>
                <a:spcPct val="115000"/>
              </a:lnSpc>
              <a:spcBef>
                <a:spcPts val="0"/>
              </a:spcBef>
              <a:spcAft>
                <a:spcPts val="0"/>
              </a:spcAft>
              <a:buNone/>
            </a:pPr>
            <a:r>
              <a:t/>
            </a:r>
            <a:endParaRPr b="1" sz="2850">
              <a:solidFill>
                <a:srgbClr val="073763"/>
              </a:solidFill>
            </a:endParaRPr>
          </a:p>
          <a:p>
            <a:pPr indent="0" lvl="0" marL="0" rtl="0" algn="just">
              <a:lnSpc>
                <a:spcPct val="115000"/>
              </a:lnSpc>
              <a:spcBef>
                <a:spcPts val="0"/>
              </a:spcBef>
              <a:spcAft>
                <a:spcPts val="0"/>
              </a:spcAft>
              <a:buNone/>
            </a:pPr>
            <a:r>
              <a:t/>
            </a:r>
            <a:endParaRPr b="1" sz="2850">
              <a:solidFill>
                <a:srgbClr val="073763"/>
              </a:solidFill>
            </a:endParaRPr>
          </a:p>
          <a:p>
            <a:pPr indent="0" lvl="0" marL="0" rtl="0" algn="just">
              <a:lnSpc>
                <a:spcPct val="115000"/>
              </a:lnSpc>
              <a:spcBef>
                <a:spcPts val="0"/>
              </a:spcBef>
              <a:spcAft>
                <a:spcPts val="0"/>
              </a:spcAft>
              <a:buNone/>
            </a:pPr>
            <a:r>
              <a:t/>
            </a:r>
            <a:endParaRPr b="1" sz="2850">
              <a:solidFill>
                <a:srgbClr val="073763"/>
              </a:solidFill>
            </a:endParaRPr>
          </a:p>
          <a:p>
            <a:pPr indent="0" lvl="0" marL="0" rtl="0" algn="just">
              <a:lnSpc>
                <a:spcPct val="115000"/>
              </a:lnSpc>
              <a:spcBef>
                <a:spcPts val="0"/>
              </a:spcBef>
              <a:spcAft>
                <a:spcPts val="0"/>
              </a:spcAft>
              <a:buNone/>
            </a:pPr>
            <a:r>
              <a:t/>
            </a:r>
            <a:endParaRPr b="1" sz="2850">
              <a:solidFill>
                <a:srgbClr val="073763"/>
              </a:solidFill>
            </a:endParaRPr>
          </a:p>
          <a:p>
            <a:pPr indent="0" lvl="0" marL="0" rtl="0" algn="just">
              <a:lnSpc>
                <a:spcPct val="115000"/>
              </a:lnSpc>
              <a:spcBef>
                <a:spcPts val="0"/>
              </a:spcBef>
              <a:spcAft>
                <a:spcPts val="0"/>
              </a:spcAft>
              <a:buNone/>
            </a:pPr>
            <a:r>
              <a:t/>
            </a:r>
            <a:endParaRPr b="1" sz="2850">
              <a:solidFill>
                <a:srgbClr val="073763"/>
              </a:solidFill>
            </a:endParaRPr>
          </a:p>
          <a:p>
            <a:pPr indent="0" lvl="0" marL="0" rtl="0" algn="just">
              <a:lnSpc>
                <a:spcPct val="115000"/>
              </a:lnSpc>
              <a:spcBef>
                <a:spcPts val="0"/>
              </a:spcBef>
              <a:spcAft>
                <a:spcPts val="0"/>
              </a:spcAft>
              <a:buNone/>
            </a:pPr>
            <a:r>
              <a:t/>
            </a:r>
            <a:endParaRPr b="1" sz="2850">
              <a:solidFill>
                <a:srgbClr val="073763"/>
              </a:solidFill>
            </a:endParaRPr>
          </a:p>
          <a:p>
            <a:pPr indent="0" lvl="0" marL="0" rtl="0" algn="just">
              <a:lnSpc>
                <a:spcPct val="115000"/>
              </a:lnSpc>
              <a:spcBef>
                <a:spcPts val="0"/>
              </a:spcBef>
              <a:spcAft>
                <a:spcPts val="0"/>
              </a:spcAft>
              <a:buNone/>
            </a:pPr>
            <a:r>
              <a:t/>
            </a:r>
            <a:endParaRPr b="1" sz="2850">
              <a:solidFill>
                <a:srgbClr val="073763"/>
              </a:solidFill>
            </a:endParaRPr>
          </a:p>
          <a:p>
            <a:pPr indent="0" lvl="0" marL="0" rtl="0" algn="just">
              <a:lnSpc>
                <a:spcPct val="25000"/>
              </a:lnSpc>
              <a:spcBef>
                <a:spcPts val="0"/>
              </a:spcBef>
              <a:spcAft>
                <a:spcPts val="0"/>
              </a:spcAft>
              <a:buNone/>
            </a:pPr>
            <a:r>
              <a:t/>
            </a:r>
            <a:endParaRPr b="1" sz="2850">
              <a:solidFill>
                <a:srgbClr val="073763"/>
              </a:solidFill>
            </a:endParaRPr>
          </a:p>
          <a:p>
            <a:pPr indent="0" lvl="0" marL="0" rtl="0" algn="just">
              <a:lnSpc>
                <a:spcPct val="25000"/>
              </a:lnSpc>
              <a:spcBef>
                <a:spcPts val="0"/>
              </a:spcBef>
              <a:spcAft>
                <a:spcPts val="0"/>
              </a:spcAft>
              <a:buNone/>
            </a:pPr>
            <a:r>
              <a:t/>
            </a:r>
            <a:endParaRPr b="1" sz="2850">
              <a:solidFill>
                <a:srgbClr val="073763"/>
              </a:solidFill>
            </a:endParaRPr>
          </a:p>
          <a:p>
            <a:pPr indent="0" lvl="0" marL="0" rtl="0" algn="just">
              <a:lnSpc>
                <a:spcPct val="25000"/>
              </a:lnSpc>
              <a:spcBef>
                <a:spcPts val="0"/>
              </a:spcBef>
              <a:spcAft>
                <a:spcPts val="0"/>
              </a:spcAft>
              <a:buNone/>
            </a:pPr>
            <a:r>
              <a:t/>
            </a:r>
            <a:endParaRPr b="1" sz="2850">
              <a:solidFill>
                <a:srgbClr val="073763"/>
              </a:solidFill>
            </a:endParaRPr>
          </a:p>
          <a:p>
            <a:pPr indent="0" lvl="0" marL="0" rtl="0" algn="just">
              <a:lnSpc>
                <a:spcPct val="25000"/>
              </a:lnSpc>
              <a:spcBef>
                <a:spcPts val="0"/>
              </a:spcBef>
              <a:spcAft>
                <a:spcPts val="0"/>
              </a:spcAft>
              <a:buNone/>
            </a:pPr>
            <a:r>
              <a:t/>
            </a:r>
            <a:endParaRPr b="1" sz="2850">
              <a:solidFill>
                <a:srgbClr val="073763"/>
              </a:solidFill>
            </a:endParaRPr>
          </a:p>
          <a:p>
            <a:pPr indent="0" lvl="0" marL="0" rtl="0" algn="just">
              <a:lnSpc>
                <a:spcPct val="25000"/>
              </a:lnSpc>
              <a:spcBef>
                <a:spcPts val="0"/>
              </a:spcBef>
              <a:spcAft>
                <a:spcPts val="0"/>
              </a:spcAft>
              <a:buNone/>
            </a:pPr>
            <a:r>
              <a:t/>
            </a:r>
            <a:endParaRPr b="1" sz="2850">
              <a:solidFill>
                <a:srgbClr val="073763"/>
              </a:solidFill>
            </a:endParaRPr>
          </a:p>
          <a:p>
            <a:pPr indent="0" lvl="0" marL="0" rtl="0" algn="just">
              <a:lnSpc>
                <a:spcPct val="25000"/>
              </a:lnSpc>
              <a:spcBef>
                <a:spcPts val="0"/>
              </a:spcBef>
              <a:spcAft>
                <a:spcPts val="0"/>
              </a:spcAft>
              <a:buNone/>
            </a:pPr>
            <a:r>
              <a:rPr b="1" lang="en-US" sz="2850" u="sng">
                <a:solidFill>
                  <a:srgbClr val="073763"/>
                </a:solidFill>
              </a:rPr>
              <a:t>Greedy Algorithm Implementation</a:t>
            </a:r>
            <a:r>
              <a:rPr b="1" lang="en-US" sz="2850" u="sng">
                <a:solidFill>
                  <a:srgbClr val="073763"/>
                </a:solidFill>
              </a:rPr>
              <a:t>:</a:t>
            </a:r>
            <a:endParaRPr b="1" sz="2850" u="sng">
              <a:solidFill>
                <a:srgbClr val="073763"/>
              </a:solidFill>
            </a:endParaRPr>
          </a:p>
          <a:p>
            <a:pPr indent="0" lvl="0" marL="0" rtl="0" algn="just">
              <a:lnSpc>
                <a:spcPct val="115000"/>
              </a:lnSpc>
              <a:spcBef>
                <a:spcPts val="0"/>
              </a:spcBef>
              <a:spcAft>
                <a:spcPts val="0"/>
              </a:spcAft>
              <a:buNone/>
            </a:pPr>
            <a:r>
              <a:t/>
            </a:r>
            <a:endParaRPr b="1" sz="2850">
              <a:solidFill>
                <a:srgbClr val="073763"/>
              </a:solidFill>
            </a:endParaRPr>
          </a:p>
          <a:p>
            <a:pPr indent="0" lvl="0" marL="0" rtl="0" algn="just">
              <a:lnSpc>
                <a:spcPct val="115000"/>
              </a:lnSpc>
              <a:spcBef>
                <a:spcPts val="0"/>
              </a:spcBef>
              <a:spcAft>
                <a:spcPts val="0"/>
              </a:spcAft>
              <a:buNone/>
            </a:pPr>
            <a:r>
              <a:rPr i="1" lang="en-US" sz="2150">
                <a:solidFill>
                  <a:srgbClr val="073763"/>
                </a:solidFill>
              </a:rPr>
              <a:t>Marginal Savings Function</a:t>
            </a:r>
            <a:endParaRPr i="1" sz="2150">
              <a:solidFill>
                <a:srgbClr val="073763"/>
              </a:solidFill>
            </a:endParaRPr>
          </a:p>
          <a:p>
            <a:pPr indent="0" lvl="0" marL="0" rtl="0" algn="just">
              <a:lnSpc>
                <a:spcPct val="115000"/>
              </a:lnSpc>
              <a:spcBef>
                <a:spcPts val="0"/>
              </a:spcBef>
              <a:spcAft>
                <a:spcPts val="0"/>
              </a:spcAft>
              <a:buNone/>
            </a:pPr>
            <a:r>
              <a:t/>
            </a:r>
            <a:endParaRPr sz="2150">
              <a:solidFill>
                <a:srgbClr val="073763"/>
              </a:solidFill>
            </a:endParaRPr>
          </a:p>
          <a:p>
            <a:pPr indent="0" lvl="0" marL="0" rtl="0" algn="just">
              <a:lnSpc>
                <a:spcPct val="115000"/>
              </a:lnSpc>
              <a:spcBef>
                <a:spcPts val="0"/>
              </a:spcBef>
              <a:spcAft>
                <a:spcPts val="0"/>
              </a:spcAft>
              <a:buNone/>
            </a:pPr>
            <a:r>
              <a:t/>
            </a:r>
            <a:endParaRPr sz="2150">
              <a:solidFill>
                <a:srgbClr val="073763"/>
              </a:solidFill>
            </a:endParaRPr>
          </a:p>
          <a:p>
            <a:pPr indent="0" lvl="0" marL="0" rtl="0" algn="just">
              <a:lnSpc>
                <a:spcPct val="25000"/>
              </a:lnSpc>
              <a:spcBef>
                <a:spcPts val="0"/>
              </a:spcBef>
              <a:spcAft>
                <a:spcPts val="0"/>
              </a:spcAft>
              <a:buNone/>
            </a:pPr>
            <a:r>
              <a:t/>
            </a:r>
            <a:endParaRPr sz="2150">
              <a:solidFill>
                <a:srgbClr val="073763"/>
              </a:solidFill>
            </a:endParaRPr>
          </a:p>
          <a:p>
            <a:pPr indent="0" lvl="0" marL="0" rtl="0" algn="just">
              <a:lnSpc>
                <a:spcPct val="25000"/>
              </a:lnSpc>
              <a:spcBef>
                <a:spcPts val="0"/>
              </a:spcBef>
              <a:spcAft>
                <a:spcPts val="0"/>
              </a:spcAft>
              <a:buNone/>
            </a:pPr>
            <a:r>
              <a:rPr i="1" lang="en-US" sz="2150">
                <a:solidFill>
                  <a:srgbClr val="073763"/>
                </a:solidFill>
              </a:rPr>
              <a:t>Equity Factor Formula</a:t>
            </a:r>
            <a:endParaRPr i="1" sz="2150">
              <a:solidFill>
                <a:srgbClr val="073763"/>
              </a:solidFill>
            </a:endParaRPr>
          </a:p>
          <a:p>
            <a:pPr indent="0" lvl="0" marL="0" rtl="0" algn="just">
              <a:lnSpc>
                <a:spcPct val="115000"/>
              </a:lnSpc>
              <a:spcBef>
                <a:spcPts val="0"/>
              </a:spcBef>
              <a:spcAft>
                <a:spcPts val="0"/>
              </a:spcAft>
              <a:buNone/>
            </a:pPr>
            <a:r>
              <a:t/>
            </a:r>
            <a:endParaRPr sz="2150">
              <a:solidFill>
                <a:srgbClr val="073763"/>
              </a:solidFill>
            </a:endParaRPr>
          </a:p>
          <a:p>
            <a:pPr indent="0" lvl="0" marL="0" rtl="0" algn="just">
              <a:lnSpc>
                <a:spcPct val="115000"/>
              </a:lnSpc>
              <a:spcBef>
                <a:spcPts val="0"/>
              </a:spcBef>
              <a:spcAft>
                <a:spcPts val="0"/>
              </a:spcAft>
              <a:buClr>
                <a:schemeClr val="dk1"/>
              </a:buClr>
              <a:buFont typeface="Arial"/>
              <a:buNone/>
            </a:pPr>
            <a:r>
              <a:t/>
            </a:r>
            <a:endParaRPr sz="2150">
              <a:solidFill>
                <a:srgbClr val="073763"/>
              </a:solidFill>
            </a:endParaRPr>
          </a:p>
        </p:txBody>
      </p:sp>
      <p:sp>
        <p:nvSpPr>
          <p:cNvPr id="112" name="Google Shape;112;p1"/>
          <p:cNvSpPr/>
          <p:nvPr/>
        </p:nvSpPr>
        <p:spPr>
          <a:xfrm>
            <a:off x="11690875" y="10481900"/>
            <a:ext cx="13211700" cy="1001100"/>
          </a:xfrm>
          <a:prstGeom prst="rect">
            <a:avLst/>
          </a:prstGeom>
          <a:solidFill>
            <a:srgbClr val="073763"/>
          </a:solidFill>
          <a:ln cap="flat" cmpd="sng" w="9525">
            <a:solidFill>
              <a:schemeClr val="accent5"/>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b="1" i="0" lang="en-US" sz="4000" u="none" cap="none" strike="noStrike">
                <a:solidFill>
                  <a:schemeClr val="lt1"/>
                </a:solidFill>
                <a:latin typeface="Arial"/>
                <a:ea typeface="Arial"/>
                <a:cs typeface="Arial"/>
                <a:sym typeface="Arial"/>
              </a:rPr>
              <a:t>Mathematical Analysis and Simulation</a:t>
            </a:r>
            <a:endParaRPr/>
          </a:p>
        </p:txBody>
      </p:sp>
      <p:pic>
        <p:nvPicPr>
          <p:cNvPr id="113" name="Google Shape;113;p1"/>
          <p:cNvPicPr preferRelativeResize="0"/>
          <p:nvPr/>
        </p:nvPicPr>
        <p:blipFill rotWithShape="1">
          <a:blip r:embed="rId4">
            <a:alphaModFix/>
          </a:blip>
          <a:srcRect b="0" l="14851" r="16806" t="0"/>
          <a:stretch/>
        </p:blipFill>
        <p:spPr>
          <a:xfrm>
            <a:off x="491000" y="14435150"/>
            <a:ext cx="10846123" cy="9063025"/>
          </a:xfrm>
          <a:prstGeom prst="rect">
            <a:avLst/>
          </a:prstGeom>
          <a:noFill/>
          <a:ln>
            <a:noFill/>
          </a:ln>
        </p:spPr>
      </p:pic>
      <p:sp>
        <p:nvSpPr>
          <p:cNvPr id="114" name="Google Shape;114;p1"/>
          <p:cNvSpPr txBox="1"/>
          <p:nvPr/>
        </p:nvSpPr>
        <p:spPr>
          <a:xfrm>
            <a:off x="490975" y="23560805"/>
            <a:ext cx="10443000" cy="3053700"/>
          </a:xfrm>
          <a:prstGeom prst="rect">
            <a:avLst/>
          </a:prstGeom>
          <a:solidFill>
            <a:schemeClr val="lt1"/>
          </a:solidFill>
          <a:ln>
            <a:noFill/>
          </a:ln>
        </p:spPr>
        <p:txBody>
          <a:bodyPr anchorCtr="0" anchor="t" bIns="182875" lIns="182875" spcFirstLastPara="1" rIns="182875" wrap="square" tIns="182875">
            <a:noAutofit/>
          </a:bodyPr>
          <a:lstStyle/>
          <a:p>
            <a:pPr indent="0" lvl="0" marL="0" marR="0" rtl="0" algn="just">
              <a:lnSpc>
                <a:spcPct val="115000"/>
              </a:lnSpc>
              <a:spcBef>
                <a:spcPts val="0"/>
              </a:spcBef>
              <a:spcAft>
                <a:spcPts val="0"/>
              </a:spcAft>
              <a:buNone/>
            </a:pPr>
            <a:r>
              <a:rPr b="1" lang="en-US" sz="2850">
                <a:solidFill>
                  <a:schemeClr val="dk1"/>
                </a:solidFill>
              </a:rPr>
              <a:t>The Gap:</a:t>
            </a:r>
            <a:r>
              <a:rPr lang="en-US" sz="2850">
                <a:solidFill>
                  <a:schemeClr val="dk1"/>
                </a:solidFill>
              </a:rPr>
              <a:t> Existing allocation models treat every hospital as identical, ignoring the socioeconomic conditions of the communities each serves. Because marginal returns on an added physician are highest at well resourced facilities, capacity concentrates there while hospitals in higher </a:t>
            </a:r>
            <a:r>
              <a:rPr lang="en-US" sz="2850">
                <a:solidFill>
                  <a:schemeClr val="dk1"/>
                </a:solidFill>
              </a:rPr>
              <a:t>vulnerability</a:t>
            </a:r>
            <a:r>
              <a:rPr lang="en-US" sz="2850">
                <a:solidFill>
                  <a:schemeClr val="dk1"/>
                </a:solidFill>
              </a:rPr>
              <a:t> counties fall further behind. </a:t>
            </a:r>
            <a:endParaRPr sz="2850">
              <a:solidFill>
                <a:schemeClr val="dk1"/>
              </a:solidFill>
              <a:latin typeface="Palatino"/>
              <a:ea typeface="Palatino"/>
              <a:cs typeface="Palatino"/>
              <a:sym typeface="Palatino"/>
            </a:endParaRPr>
          </a:p>
        </p:txBody>
      </p:sp>
      <p:pic>
        <p:nvPicPr>
          <p:cNvPr id="115" name="Google Shape;115;p1"/>
          <p:cNvPicPr preferRelativeResize="0"/>
          <p:nvPr/>
        </p:nvPicPr>
        <p:blipFill rotWithShape="1">
          <a:blip r:embed="rId5">
            <a:alphaModFix/>
          </a:blip>
          <a:srcRect b="0" l="0" r="26632" t="0"/>
          <a:stretch/>
        </p:blipFill>
        <p:spPr>
          <a:xfrm>
            <a:off x="11810548" y="5937985"/>
            <a:ext cx="13157701" cy="4359200"/>
          </a:xfrm>
          <a:prstGeom prst="rect">
            <a:avLst/>
          </a:prstGeom>
          <a:noFill/>
          <a:ln>
            <a:noFill/>
          </a:ln>
        </p:spPr>
      </p:pic>
      <p:pic>
        <p:nvPicPr>
          <p:cNvPr id="116" name="Google Shape;116;p1"/>
          <p:cNvPicPr preferRelativeResize="0"/>
          <p:nvPr/>
        </p:nvPicPr>
        <p:blipFill rotWithShape="1">
          <a:blip r:embed="rId6">
            <a:alphaModFix/>
          </a:blip>
          <a:srcRect b="61427" l="0" r="0" t="0"/>
          <a:stretch/>
        </p:blipFill>
        <p:spPr>
          <a:xfrm>
            <a:off x="15787640" y="20818250"/>
            <a:ext cx="8545109" cy="2648175"/>
          </a:xfrm>
          <a:prstGeom prst="rect">
            <a:avLst/>
          </a:prstGeom>
          <a:noFill/>
          <a:ln>
            <a:noFill/>
          </a:ln>
        </p:spPr>
      </p:pic>
      <p:pic>
        <p:nvPicPr>
          <p:cNvPr id="117" name="Google Shape;117;p1"/>
          <p:cNvPicPr preferRelativeResize="0"/>
          <p:nvPr/>
        </p:nvPicPr>
        <p:blipFill>
          <a:blip r:embed="rId7">
            <a:alphaModFix/>
          </a:blip>
          <a:stretch>
            <a:fillRect/>
          </a:stretch>
        </p:blipFill>
        <p:spPr>
          <a:xfrm>
            <a:off x="12122451" y="23099150"/>
            <a:ext cx="10254339" cy="4231950"/>
          </a:xfrm>
          <a:prstGeom prst="rect">
            <a:avLst/>
          </a:prstGeom>
          <a:noFill/>
          <a:ln>
            <a:noFill/>
          </a:ln>
        </p:spPr>
      </p:pic>
      <p:pic>
        <p:nvPicPr>
          <p:cNvPr id="118" name="Google Shape;118;p1"/>
          <p:cNvPicPr preferRelativeResize="0"/>
          <p:nvPr/>
        </p:nvPicPr>
        <p:blipFill rotWithShape="1">
          <a:blip r:embed="rId8">
            <a:alphaModFix/>
          </a:blip>
          <a:srcRect b="0" l="0" r="0" t="15973"/>
          <a:stretch/>
        </p:blipFill>
        <p:spPr>
          <a:xfrm>
            <a:off x="12122450" y="17693764"/>
            <a:ext cx="10846126" cy="2262823"/>
          </a:xfrm>
          <a:prstGeom prst="rect">
            <a:avLst/>
          </a:prstGeom>
          <a:noFill/>
          <a:ln>
            <a:noFill/>
          </a:ln>
        </p:spPr>
      </p:pic>
      <p:pic>
        <p:nvPicPr>
          <p:cNvPr id="119" name="Google Shape;119;p1"/>
          <p:cNvPicPr preferRelativeResize="0"/>
          <p:nvPr/>
        </p:nvPicPr>
        <p:blipFill rotWithShape="1">
          <a:blip r:embed="rId9">
            <a:alphaModFix/>
          </a:blip>
          <a:srcRect b="28096" l="22299" r="26733" t="24089"/>
          <a:stretch/>
        </p:blipFill>
        <p:spPr>
          <a:xfrm>
            <a:off x="17605800" y="11992500"/>
            <a:ext cx="5806800" cy="3452700"/>
          </a:xfrm>
          <a:prstGeom prst="roundRect">
            <a:avLst>
              <a:gd fmla="val 16667" name="adj"/>
            </a:avLst>
          </a:prstGeom>
          <a:noFill/>
          <a:ln cap="flat" cmpd="sng" w="28575">
            <a:solidFill>
              <a:schemeClr val="dk2"/>
            </a:solidFill>
            <a:prstDash val="solid"/>
            <a:round/>
            <a:headEnd len="sm" w="sm" type="none"/>
            <a:tailEnd len="sm" w="sm" type="none"/>
          </a:ln>
        </p:spPr>
      </p:pic>
      <p:sp>
        <p:nvSpPr>
          <p:cNvPr id="120" name="Google Shape;120;p1"/>
          <p:cNvSpPr txBox="1"/>
          <p:nvPr/>
        </p:nvSpPr>
        <p:spPr>
          <a:xfrm>
            <a:off x="25163625" y="21182475"/>
            <a:ext cx="11336700" cy="1048200"/>
          </a:xfrm>
          <a:prstGeom prst="rect">
            <a:avLst/>
          </a:prstGeom>
          <a:solidFill>
            <a:srgbClr val="D9D9D9"/>
          </a:solidFill>
          <a:ln>
            <a:noFill/>
          </a:ln>
        </p:spPr>
        <p:txBody>
          <a:bodyPr anchorCtr="0" anchor="t" bIns="91425" lIns="91425" spcFirstLastPara="1" rIns="91425" wrap="square" tIns="91425">
            <a:spAutoFit/>
          </a:bodyPr>
          <a:lstStyle/>
          <a:p>
            <a:pPr indent="0" lvl="0" marL="381000" marR="381000" rtl="0" algn="l">
              <a:lnSpc>
                <a:spcPct val="115000"/>
              </a:lnSpc>
              <a:spcBef>
                <a:spcPts val="1200"/>
              </a:spcBef>
              <a:spcAft>
                <a:spcPts val="1200"/>
              </a:spcAft>
              <a:buNone/>
            </a:pPr>
            <a:r>
              <a:rPr i="1" lang="en-US" sz="1700">
                <a:solidFill>
                  <a:srgbClr val="073763"/>
                </a:solidFill>
              </a:rPr>
              <a:t>Expected ED wait time before and after equity-weighted allocation, for 22 New Jersey hospitals ordered by county Social Vulnerability Index (high to low). Assumes μ = 2.55 patients/hr per physician, C_w = $120 per patient-hour of waiting, α = 2, and a budget of B = 40 additional physicians. </a:t>
            </a:r>
            <a:endParaRPr i="1" sz="1700">
              <a:solidFill>
                <a:srgbClr val="073763"/>
              </a:solidFill>
            </a:endParaRPr>
          </a:p>
        </p:txBody>
      </p:sp>
      <p:pic>
        <p:nvPicPr>
          <p:cNvPr id="121" name="Google Shape;121;p1" title="download.png"/>
          <p:cNvPicPr preferRelativeResize="0"/>
          <p:nvPr/>
        </p:nvPicPr>
        <p:blipFill rotWithShape="1">
          <a:blip r:embed="rId10">
            <a:alphaModFix/>
          </a:blip>
          <a:srcRect b="0" l="791" r="346" t="0"/>
          <a:stretch/>
        </p:blipFill>
        <p:spPr>
          <a:xfrm>
            <a:off x="25230725" y="5963151"/>
            <a:ext cx="11154399" cy="8106701"/>
          </a:xfrm>
          <a:prstGeom prst="rect">
            <a:avLst/>
          </a:prstGeom>
          <a:noFill/>
          <a:ln>
            <a:noFill/>
          </a:ln>
        </p:spPr>
      </p:pic>
      <p:pic>
        <p:nvPicPr>
          <p:cNvPr id="122" name="Google Shape;122;p1" title="download (1).png"/>
          <p:cNvPicPr preferRelativeResize="0"/>
          <p:nvPr/>
        </p:nvPicPr>
        <p:blipFill>
          <a:blip r:embed="rId11">
            <a:alphaModFix/>
          </a:blip>
          <a:stretch>
            <a:fillRect/>
          </a:stretch>
        </p:blipFill>
        <p:spPr>
          <a:xfrm>
            <a:off x="26792200" y="14640770"/>
            <a:ext cx="8099950" cy="6528305"/>
          </a:xfrm>
          <a:prstGeom prst="rect">
            <a:avLst/>
          </a:prstGeom>
          <a:noFill/>
          <a:ln>
            <a:noFill/>
          </a:ln>
        </p:spPr>
      </p:pic>
      <p:sp>
        <p:nvSpPr>
          <p:cNvPr id="123" name="Google Shape;123;p1"/>
          <p:cNvSpPr txBox="1"/>
          <p:nvPr/>
        </p:nvSpPr>
        <p:spPr>
          <a:xfrm>
            <a:off x="25127425" y="14069850"/>
            <a:ext cx="11336700" cy="450300"/>
          </a:xfrm>
          <a:prstGeom prst="rect">
            <a:avLst/>
          </a:prstGeom>
          <a:solidFill>
            <a:srgbClr val="D9D9D9"/>
          </a:solidFill>
          <a:ln>
            <a:noFill/>
          </a:ln>
        </p:spPr>
        <p:txBody>
          <a:bodyPr anchorCtr="0" anchor="t" bIns="91425" lIns="91425" spcFirstLastPara="1" rIns="91425" wrap="square" tIns="91425">
            <a:noAutofit/>
          </a:bodyPr>
          <a:lstStyle/>
          <a:p>
            <a:pPr indent="0" lvl="0" marL="0" marR="381000" rtl="0" algn="ctr">
              <a:lnSpc>
                <a:spcPct val="115000"/>
              </a:lnSpc>
              <a:spcBef>
                <a:spcPts val="1200"/>
              </a:spcBef>
              <a:spcAft>
                <a:spcPts val="0"/>
              </a:spcAft>
              <a:buClr>
                <a:schemeClr val="dk1"/>
              </a:buClr>
              <a:buSzPts val="1100"/>
              <a:buFont typeface="Arial"/>
              <a:buNone/>
            </a:pPr>
            <a:r>
              <a:rPr b="1" lang="en-US" sz="1700">
                <a:solidFill>
                  <a:srgbClr val="073763"/>
                </a:solidFill>
                <a:highlight>
                  <a:srgbClr val="D9D9D9"/>
                </a:highlight>
              </a:rPr>
              <a:t>Mean reduction: 41.30 minutes.                                                                         </a:t>
            </a:r>
            <a:endParaRPr sz="1500">
              <a:solidFill>
                <a:srgbClr val="073763"/>
              </a:solidFill>
            </a:endParaRPr>
          </a:p>
          <a:p>
            <a:pPr indent="0" lvl="0" marL="0" rtl="0" algn="l">
              <a:spcBef>
                <a:spcPts val="1200"/>
              </a:spcBef>
              <a:spcAft>
                <a:spcPts val="0"/>
              </a:spcAft>
              <a:buNone/>
            </a:pPr>
            <a:r>
              <a:t/>
            </a:r>
            <a:endParaRPr sz="8400">
              <a:solidFill>
                <a:schemeClr val="dk1"/>
              </a:solidFill>
              <a:latin typeface="Calibri"/>
              <a:ea typeface="Calibri"/>
              <a:cs typeface="Calibri"/>
              <a:sym typeface="Calibri"/>
            </a:endParaRPr>
          </a:p>
        </p:txBody>
      </p:sp>
      <p:pic>
        <p:nvPicPr>
          <p:cNvPr id="124" name="Google Shape;124;p1"/>
          <p:cNvPicPr preferRelativeResize="0"/>
          <p:nvPr/>
        </p:nvPicPr>
        <p:blipFill rotWithShape="1">
          <a:blip r:embed="rId9">
            <a:alphaModFix/>
          </a:blip>
          <a:srcRect b="75455" l="40515" r="40561" t="7928"/>
          <a:stretch/>
        </p:blipFill>
        <p:spPr>
          <a:xfrm>
            <a:off x="13580550" y="13170588"/>
            <a:ext cx="2207100" cy="1228200"/>
          </a:xfrm>
          <a:prstGeom prst="roundRect">
            <a:avLst>
              <a:gd fmla="val 16667" name="adj"/>
            </a:avLst>
          </a:prstGeom>
          <a:noFill/>
          <a:ln cap="flat" cmpd="sng" w="38100">
            <a:solidFill>
              <a:schemeClr val="dk2"/>
            </a:solidFill>
            <a:prstDash val="solid"/>
            <a:round/>
            <a:headEnd len="sm" w="sm" type="none"/>
            <a:tailEnd len="sm" w="sm" type="none"/>
          </a:ln>
        </p:spPr>
      </p:pic>
      <p:grpSp>
        <p:nvGrpSpPr>
          <p:cNvPr id="125" name="Google Shape;125;p1"/>
          <p:cNvGrpSpPr/>
          <p:nvPr/>
        </p:nvGrpSpPr>
        <p:grpSpPr>
          <a:xfrm>
            <a:off x="12954000" y="15798263"/>
            <a:ext cx="11620749" cy="1575300"/>
            <a:chOff x="12268200" y="15735300"/>
            <a:chExt cx="11620749" cy="1575300"/>
          </a:xfrm>
        </p:grpSpPr>
        <p:sp>
          <p:nvSpPr>
            <p:cNvPr id="126" name="Google Shape;126;p1"/>
            <p:cNvSpPr/>
            <p:nvPr/>
          </p:nvSpPr>
          <p:spPr>
            <a:xfrm>
              <a:off x="12268200" y="15735300"/>
              <a:ext cx="10254300" cy="1575300"/>
            </a:xfrm>
            <a:prstGeom prst="roundRect">
              <a:avLst>
                <a:gd fmla="val 16667" name="adj"/>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alibri"/>
                <a:ea typeface="Calibri"/>
                <a:cs typeface="Calibri"/>
                <a:sym typeface="Calibri"/>
              </a:endParaRPr>
            </a:p>
          </p:txBody>
        </p:sp>
        <p:pic>
          <p:nvPicPr>
            <p:cNvPr id="127" name="Google Shape;127;p1"/>
            <p:cNvPicPr preferRelativeResize="0"/>
            <p:nvPr/>
          </p:nvPicPr>
          <p:blipFill rotWithShape="1">
            <a:blip r:embed="rId9">
              <a:alphaModFix/>
            </a:blip>
            <a:srcRect b="6731" l="-2944" r="0" t="72983"/>
            <a:stretch/>
          </p:blipFill>
          <p:spPr>
            <a:xfrm>
              <a:off x="12639549" y="15877924"/>
              <a:ext cx="11249400" cy="1404900"/>
            </a:xfrm>
            <a:prstGeom prst="roundRect">
              <a:avLst>
                <a:gd fmla="val 16667" name="adj"/>
              </a:avLst>
            </a:prstGeom>
            <a:noFill/>
            <a:ln>
              <a:noFill/>
            </a:ln>
          </p:spPr>
        </p:pic>
      </p:grp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Blue II">
      <a:dk1>
        <a:srgbClr val="000000"/>
      </a:dk1>
      <a:lt1>
        <a:srgbClr val="FFFFFF"/>
      </a:lt1>
      <a:dk2>
        <a:srgbClr val="335B74"/>
      </a:dk2>
      <a:lt2>
        <a:srgbClr val="DFE3E5"/>
      </a:lt2>
      <a:accent1>
        <a:srgbClr val="1CADE4"/>
      </a:accent1>
      <a:accent2>
        <a:srgbClr val="2683C6"/>
      </a:accent2>
      <a:accent3>
        <a:srgbClr val="27CED7"/>
      </a:accent3>
      <a:accent4>
        <a:srgbClr val="42BA97"/>
      </a:accent4>
      <a:accent5>
        <a:srgbClr val="3E8853"/>
      </a:accent5>
      <a:accent6>
        <a:srgbClr val="62A39F"/>
      </a:accent6>
      <a:hlink>
        <a:srgbClr val="6EAC1C"/>
      </a:hlink>
      <a:folHlink>
        <a:srgbClr val="B26B0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Amanda Haymond</dc:creator>
</cp:coreProperties>
</file>